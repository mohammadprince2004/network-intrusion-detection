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69" r:id="rId3"/>
    <p:sldId id="268" r:id="rId4"/>
    <p:sldId id="270" r:id="rId5"/>
    <p:sldId id="273" r:id="rId6"/>
    <p:sldId id="259" r:id="rId7"/>
    <p:sldId id="277" r:id="rId8"/>
    <p:sldId id="285" r:id="rId9"/>
    <p:sldId id="278" r:id="rId10"/>
    <p:sldId id="287" r:id="rId11"/>
    <p:sldId id="295" r:id="rId12"/>
    <p:sldId id="279" r:id="rId13"/>
    <p:sldId id="288" r:id="rId14"/>
    <p:sldId id="289" r:id="rId15"/>
    <p:sldId id="280" r:id="rId16"/>
    <p:sldId id="290" r:id="rId17"/>
    <p:sldId id="281" r:id="rId18"/>
    <p:sldId id="294" r:id="rId19"/>
    <p:sldId id="282" r:id="rId20"/>
    <p:sldId id="305" r:id="rId21"/>
    <p:sldId id="309" r:id="rId22"/>
    <p:sldId id="304" r:id="rId23"/>
    <p:sldId id="296" r:id="rId24"/>
    <p:sldId id="298" r:id="rId25"/>
    <p:sldId id="301" r:id="rId26"/>
    <p:sldId id="302" r:id="rId27"/>
    <p:sldId id="307" r:id="rId28"/>
  </p:sldIdLst>
  <p:sldSz cx="18288000" cy="10287000"/>
  <p:notesSz cx="6858000" cy="9144000"/>
  <p:embeddedFontLst>
    <p:embeddedFont>
      <p:font typeface="TT Chocolates" panose="020B0604020202020204" charset="0"/>
      <p:regular r:id="rId30"/>
    </p:embeddedFont>
    <p:embeddedFont>
      <p:font typeface="TT Chocolates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3CB0"/>
    <a:srgbClr val="001F4D"/>
    <a:srgbClr val="B08A67"/>
    <a:srgbClr val="C3AD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3653FA-9A55-4ECF-99A5-B3460057D5D1}" v="1064" dt="2026-09-09T12:45:16.0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37" autoAdjust="0"/>
    <p:restoredTop sz="94622" autoAdjust="0"/>
  </p:normalViewPr>
  <p:slideViewPr>
    <p:cSldViewPr>
      <p:cViewPr varScale="1">
        <p:scale>
          <a:sx n="48" d="100"/>
          <a:sy n="48" d="100"/>
        </p:scale>
        <p:origin x="509"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prince" userId="bd62f109ccfcb41d" providerId="LiveId" clId="{01933BCA-3496-4C58-B766-19DDD1066A0E}"/>
    <pc:docChg chg="undo custSel addSld delSld modSld sldOrd modMainMaster">
      <pc:chgData name="mohammad prince" userId="bd62f109ccfcb41d" providerId="LiveId" clId="{01933BCA-3496-4C58-B766-19DDD1066A0E}" dt="2026-09-09T19:42:11.441" v="8622" actId="20577"/>
      <pc:docMkLst>
        <pc:docMk/>
      </pc:docMkLst>
      <pc:sldChg chg="addSp modSp mod setBg modAnim">
        <pc:chgData name="mohammad prince" userId="bd62f109ccfcb41d" providerId="LiveId" clId="{01933BCA-3496-4C58-B766-19DDD1066A0E}" dt="2026-09-06T20:50:25.353" v="35" actId="20577"/>
        <pc:sldMkLst>
          <pc:docMk/>
          <pc:sldMk cId="0" sldId="256"/>
        </pc:sldMkLst>
        <pc:spChg chg="mod">
          <ac:chgData name="mohammad prince" userId="bd62f109ccfcb41d" providerId="LiveId" clId="{01933BCA-3496-4C58-B766-19DDD1066A0E}" dt="2026-09-06T20:49:49.010" v="10" actId="164"/>
          <ac:spMkLst>
            <pc:docMk/>
            <pc:sldMk cId="0" sldId="256"/>
            <ac:spMk id="19" creationId="{00000000-0000-0000-0000-000000000000}"/>
          </ac:spMkLst>
        </pc:spChg>
        <pc:spChg chg="mod">
          <ac:chgData name="mohammad prince" userId="bd62f109ccfcb41d" providerId="LiveId" clId="{01933BCA-3496-4C58-B766-19DDD1066A0E}" dt="2026-09-06T20:49:49.010" v="10" actId="164"/>
          <ac:spMkLst>
            <pc:docMk/>
            <pc:sldMk cId="0" sldId="256"/>
            <ac:spMk id="20" creationId="{00000000-0000-0000-0000-000000000000}"/>
          </ac:spMkLst>
        </pc:spChg>
        <pc:spChg chg="mod">
          <ac:chgData name="mohammad prince" userId="bd62f109ccfcb41d" providerId="LiveId" clId="{01933BCA-3496-4C58-B766-19DDD1066A0E}" dt="2026-09-06T20:49:49.010" v="10" actId="164"/>
          <ac:spMkLst>
            <pc:docMk/>
            <pc:sldMk cId="0" sldId="256"/>
            <ac:spMk id="21" creationId="{00000000-0000-0000-0000-000000000000}"/>
          </ac:spMkLst>
        </pc:spChg>
        <pc:spChg chg="mod">
          <ac:chgData name="mohammad prince" userId="bd62f109ccfcb41d" providerId="LiveId" clId="{01933BCA-3496-4C58-B766-19DDD1066A0E}" dt="2026-09-06T20:50:25.353" v="35" actId="20577"/>
          <ac:spMkLst>
            <pc:docMk/>
            <pc:sldMk cId="0" sldId="256"/>
            <ac:spMk id="22" creationId="{00000000-0000-0000-0000-000000000000}"/>
          </ac:spMkLst>
        </pc:spChg>
        <pc:grpChg chg="mod">
          <ac:chgData name="mohammad prince" userId="bd62f109ccfcb41d" providerId="LiveId" clId="{01933BCA-3496-4C58-B766-19DDD1066A0E}" dt="2026-09-06T20:49:49.010" v="10" actId="164"/>
          <ac:grpSpMkLst>
            <pc:docMk/>
            <pc:sldMk cId="0" sldId="256"/>
            <ac:grpSpMk id="5" creationId="{00000000-0000-0000-0000-000000000000}"/>
          </ac:grpSpMkLst>
        </pc:grpChg>
        <pc:grpChg chg="add mod">
          <ac:chgData name="mohammad prince" userId="bd62f109ccfcb41d" providerId="LiveId" clId="{01933BCA-3496-4C58-B766-19DDD1066A0E}" dt="2026-09-06T20:49:49.010" v="10" actId="164"/>
          <ac:grpSpMkLst>
            <pc:docMk/>
            <pc:sldMk cId="0" sldId="256"/>
            <ac:grpSpMk id="29" creationId="{E267050A-321A-A44F-564C-709F5CCC257B}"/>
          </ac:grpSpMkLst>
        </pc:grpChg>
      </pc:sldChg>
      <pc:sldChg chg="modSp del mod setBg">
        <pc:chgData name="mohammad prince" userId="bd62f109ccfcb41d" providerId="LiveId" clId="{01933BCA-3496-4C58-B766-19DDD1066A0E}" dt="2026-09-08T22:20:01.020" v="7024" actId="47"/>
        <pc:sldMkLst>
          <pc:docMk/>
          <pc:sldMk cId="0" sldId="257"/>
        </pc:sldMkLst>
      </pc:sldChg>
      <pc:sldChg chg="del setBg">
        <pc:chgData name="mohammad prince" userId="bd62f109ccfcb41d" providerId="LiveId" clId="{01933BCA-3496-4C58-B766-19DDD1066A0E}" dt="2026-09-08T22:19:56.142" v="7023" actId="47"/>
        <pc:sldMkLst>
          <pc:docMk/>
          <pc:sldMk cId="0" sldId="258"/>
        </pc:sldMkLst>
      </pc:sldChg>
      <pc:sldChg chg="addSp delSp modSp add del mod ord modTransition setBg addAnim delAnim modAnim">
        <pc:chgData name="mohammad prince" userId="bd62f109ccfcb41d" providerId="LiveId" clId="{01933BCA-3496-4C58-B766-19DDD1066A0E}" dt="2026-09-09T11:12:52.685" v="8097"/>
        <pc:sldMkLst>
          <pc:docMk/>
          <pc:sldMk cId="0" sldId="259"/>
        </pc:sldMkLst>
        <pc:spChg chg="mod">
          <ac:chgData name="mohammad prince" userId="bd62f109ccfcb41d" providerId="LiveId" clId="{01933BCA-3496-4C58-B766-19DDD1066A0E}" dt="2026-09-08T12:40:47.284" v="1756" actId="1076"/>
          <ac:spMkLst>
            <pc:docMk/>
            <pc:sldMk cId="0" sldId="259"/>
            <ac:spMk id="2" creationId="{00000000-0000-0000-0000-000000000000}"/>
          </ac:spMkLst>
        </pc:spChg>
        <pc:spChg chg="mod">
          <ac:chgData name="mohammad prince" userId="bd62f109ccfcb41d" providerId="LiveId" clId="{01933BCA-3496-4C58-B766-19DDD1066A0E}" dt="2026-09-08T16:06:01.511" v="2531" actId="1076"/>
          <ac:spMkLst>
            <pc:docMk/>
            <pc:sldMk cId="0" sldId="259"/>
            <ac:spMk id="3" creationId="{00000000-0000-0000-0000-000000000000}"/>
          </ac:spMkLst>
        </pc:spChg>
        <pc:spChg chg="mod">
          <ac:chgData name="mohammad prince" userId="bd62f109ccfcb41d" providerId="LiveId" clId="{01933BCA-3496-4C58-B766-19DDD1066A0E}" dt="2026-09-08T12:13:22.895" v="1394" actId="34135"/>
          <ac:spMkLst>
            <pc:docMk/>
            <pc:sldMk cId="0" sldId="259"/>
            <ac:spMk id="4" creationId="{00000000-0000-0000-0000-000000000000}"/>
          </ac:spMkLst>
        </pc:spChg>
        <pc:spChg chg="mod">
          <ac:chgData name="mohammad prince" userId="bd62f109ccfcb41d" providerId="LiveId" clId="{01933BCA-3496-4C58-B766-19DDD1066A0E}" dt="2026-09-08T12:13:22.895" v="1394" actId="34135"/>
          <ac:spMkLst>
            <pc:docMk/>
            <pc:sldMk cId="0" sldId="259"/>
            <ac:spMk id="5" creationId="{00000000-0000-0000-0000-000000000000}"/>
          </ac:spMkLst>
        </pc:spChg>
        <pc:spChg chg="mod">
          <ac:chgData name="mohammad prince" userId="bd62f109ccfcb41d" providerId="LiveId" clId="{01933BCA-3496-4C58-B766-19DDD1066A0E}" dt="2026-09-08T12:13:22.895" v="1394" actId="34135"/>
          <ac:spMkLst>
            <pc:docMk/>
            <pc:sldMk cId="0" sldId="259"/>
            <ac:spMk id="7" creationId="{00000000-0000-0000-0000-000000000000}"/>
          </ac:spMkLst>
        </pc:spChg>
        <pc:spChg chg="mod">
          <ac:chgData name="mohammad prince" userId="bd62f109ccfcb41d" providerId="LiveId" clId="{01933BCA-3496-4C58-B766-19DDD1066A0E}" dt="2026-09-08T12:13:22.895" v="1394" actId="34135"/>
          <ac:spMkLst>
            <pc:docMk/>
            <pc:sldMk cId="0" sldId="259"/>
            <ac:spMk id="8" creationId="{00000000-0000-0000-0000-000000000000}"/>
          </ac:spMkLst>
        </pc:spChg>
        <pc:spChg chg="add mod">
          <ac:chgData name="mohammad prince" userId="bd62f109ccfcb41d" providerId="LiveId" clId="{01933BCA-3496-4C58-B766-19DDD1066A0E}" dt="2026-09-09T11:11:49.307" v="8089" actId="164"/>
          <ac:spMkLst>
            <pc:docMk/>
            <pc:sldMk cId="0" sldId="259"/>
            <ac:spMk id="9" creationId="{7669815A-31AE-973B-05D8-E3FB54256B99}"/>
          </ac:spMkLst>
        </pc:spChg>
        <pc:spChg chg="add del">
          <ac:chgData name="mohammad prince" userId="bd62f109ccfcb41d" providerId="LiveId" clId="{01933BCA-3496-4C58-B766-19DDD1066A0E}" dt="2026-09-08T12:13:08.651" v="1391" actId="478"/>
          <ac:spMkLst>
            <pc:docMk/>
            <pc:sldMk cId="0" sldId="259"/>
            <ac:spMk id="22" creationId="{00000000-0000-0000-0000-000000000000}"/>
          </ac:spMkLst>
        </pc:spChg>
        <pc:spChg chg="add del">
          <ac:chgData name="mohammad prince" userId="bd62f109ccfcb41d" providerId="LiveId" clId="{01933BCA-3496-4C58-B766-19DDD1066A0E}" dt="2026-09-08T12:13:08.651" v="1391" actId="478"/>
          <ac:spMkLst>
            <pc:docMk/>
            <pc:sldMk cId="0" sldId="259"/>
            <ac:spMk id="23" creationId="{00000000-0000-0000-0000-000000000000}"/>
          </ac:spMkLst>
        </pc:spChg>
        <pc:spChg chg="add del">
          <ac:chgData name="mohammad prince" userId="bd62f109ccfcb41d" providerId="LiveId" clId="{01933BCA-3496-4C58-B766-19DDD1066A0E}" dt="2026-09-08T12:13:08.651" v="1391" actId="478"/>
          <ac:spMkLst>
            <pc:docMk/>
            <pc:sldMk cId="0" sldId="259"/>
            <ac:spMk id="24" creationId="{00000000-0000-0000-0000-000000000000}"/>
          </ac:spMkLst>
        </pc:spChg>
        <pc:spChg chg="add del">
          <ac:chgData name="mohammad prince" userId="bd62f109ccfcb41d" providerId="LiveId" clId="{01933BCA-3496-4C58-B766-19DDD1066A0E}" dt="2026-09-08T12:13:08.651" v="1391" actId="478"/>
          <ac:spMkLst>
            <pc:docMk/>
            <pc:sldMk cId="0" sldId="259"/>
            <ac:spMk id="25" creationId="{00000000-0000-0000-0000-000000000000}"/>
          </ac:spMkLst>
        </pc:spChg>
        <pc:spChg chg="mod">
          <ac:chgData name="mohammad prince" userId="bd62f109ccfcb41d" providerId="LiveId" clId="{01933BCA-3496-4C58-B766-19DDD1066A0E}" dt="2026-09-08T12:09:22.872" v="1366" actId="14100"/>
          <ac:spMkLst>
            <pc:docMk/>
            <pc:sldMk cId="0" sldId="259"/>
            <ac:spMk id="29" creationId="{00000000-0000-0000-0000-000000000000}"/>
          </ac:spMkLst>
        </pc:spChg>
        <pc:spChg chg="mod">
          <ac:chgData name="mohammad prince" userId="bd62f109ccfcb41d" providerId="LiveId" clId="{01933BCA-3496-4C58-B766-19DDD1066A0E}" dt="2026-09-09T11:11:49.307" v="8089" actId="164"/>
          <ac:spMkLst>
            <pc:docMk/>
            <pc:sldMk cId="0" sldId="259"/>
            <ac:spMk id="30" creationId="{00000000-0000-0000-0000-000000000000}"/>
          </ac:spMkLst>
        </pc:spChg>
        <pc:spChg chg="add del">
          <ac:chgData name="mohammad prince" userId="bd62f109ccfcb41d" providerId="LiveId" clId="{01933BCA-3496-4C58-B766-19DDD1066A0E}" dt="2026-09-08T12:13:08.651" v="1391" actId="478"/>
          <ac:spMkLst>
            <pc:docMk/>
            <pc:sldMk cId="0" sldId="259"/>
            <ac:spMk id="31" creationId="{00000000-0000-0000-0000-000000000000}"/>
          </ac:spMkLst>
        </pc:spChg>
        <pc:spChg chg="add del">
          <ac:chgData name="mohammad prince" userId="bd62f109ccfcb41d" providerId="LiveId" clId="{01933BCA-3496-4C58-B766-19DDD1066A0E}" dt="2026-09-08T12:13:08.651" v="1391" actId="478"/>
          <ac:spMkLst>
            <pc:docMk/>
            <pc:sldMk cId="0" sldId="259"/>
            <ac:spMk id="32" creationId="{00000000-0000-0000-0000-000000000000}"/>
          </ac:spMkLst>
        </pc:spChg>
        <pc:spChg chg="add del">
          <ac:chgData name="mohammad prince" userId="bd62f109ccfcb41d" providerId="LiveId" clId="{01933BCA-3496-4C58-B766-19DDD1066A0E}" dt="2026-09-08T12:13:08.651" v="1391" actId="478"/>
          <ac:spMkLst>
            <pc:docMk/>
            <pc:sldMk cId="0" sldId="259"/>
            <ac:spMk id="33" creationId="{00000000-0000-0000-0000-000000000000}"/>
          </ac:spMkLst>
        </pc:spChg>
        <pc:spChg chg="add del">
          <ac:chgData name="mohammad prince" userId="bd62f109ccfcb41d" providerId="LiveId" clId="{01933BCA-3496-4C58-B766-19DDD1066A0E}" dt="2026-09-08T12:13:08.651" v="1391" actId="478"/>
          <ac:spMkLst>
            <pc:docMk/>
            <pc:sldMk cId="0" sldId="259"/>
            <ac:spMk id="34" creationId="{00000000-0000-0000-0000-000000000000}"/>
          </ac:spMkLst>
        </pc:spChg>
        <pc:spChg chg="add del">
          <ac:chgData name="mohammad prince" userId="bd62f109ccfcb41d" providerId="LiveId" clId="{01933BCA-3496-4C58-B766-19DDD1066A0E}" dt="2026-09-08T12:13:08.651" v="1391" actId="478"/>
          <ac:spMkLst>
            <pc:docMk/>
            <pc:sldMk cId="0" sldId="259"/>
            <ac:spMk id="36" creationId="{00000000-0000-0000-0000-000000000000}"/>
          </ac:spMkLst>
        </pc:spChg>
        <pc:spChg chg="add del">
          <ac:chgData name="mohammad prince" userId="bd62f109ccfcb41d" providerId="LiveId" clId="{01933BCA-3496-4C58-B766-19DDD1066A0E}" dt="2026-09-08T12:13:08.651" v="1391" actId="478"/>
          <ac:spMkLst>
            <pc:docMk/>
            <pc:sldMk cId="0" sldId="259"/>
            <ac:spMk id="37" creationId="{00000000-0000-0000-0000-000000000000}"/>
          </ac:spMkLst>
        </pc:spChg>
        <pc:spChg chg="del mod">
          <ac:chgData name="mohammad prince" userId="bd62f109ccfcb41d" providerId="LiveId" clId="{01933BCA-3496-4C58-B766-19DDD1066A0E}" dt="2026-09-08T12:13:11.672" v="1393" actId="478"/>
          <ac:spMkLst>
            <pc:docMk/>
            <pc:sldMk cId="0" sldId="259"/>
            <ac:spMk id="39" creationId="{00000000-0000-0000-0000-000000000000}"/>
          </ac:spMkLst>
        </pc:spChg>
        <pc:spChg chg="mod">
          <ac:chgData name="mohammad prince" userId="bd62f109ccfcb41d" providerId="LiveId" clId="{01933BCA-3496-4C58-B766-19DDD1066A0E}" dt="2026-09-08T16:05:51.657" v="2529" actId="34136"/>
          <ac:spMkLst>
            <pc:docMk/>
            <pc:sldMk cId="0" sldId="259"/>
            <ac:spMk id="41" creationId="{00000000-0000-0000-0000-000000000000}"/>
          </ac:spMkLst>
        </pc:spChg>
        <pc:spChg chg="mod">
          <ac:chgData name="mohammad prince" userId="bd62f109ccfcb41d" providerId="LiveId" clId="{01933BCA-3496-4C58-B766-19DDD1066A0E}" dt="2026-09-08T16:05:51.657" v="2529" actId="34136"/>
          <ac:spMkLst>
            <pc:docMk/>
            <pc:sldMk cId="0" sldId="259"/>
            <ac:spMk id="42" creationId="{00000000-0000-0000-0000-000000000000}"/>
          </ac:spMkLst>
        </pc:spChg>
        <pc:spChg chg="mod">
          <ac:chgData name="mohammad prince" userId="bd62f109ccfcb41d" providerId="LiveId" clId="{01933BCA-3496-4C58-B766-19DDD1066A0E}" dt="2026-09-08T12:13:22.895" v="1394" actId="34135"/>
          <ac:spMkLst>
            <pc:docMk/>
            <pc:sldMk cId="0" sldId="259"/>
            <ac:spMk id="44" creationId="{00000000-0000-0000-0000-000000000000}"/>
          </ac:spMkLst>
        </pc:spChg>
        <pc:spChg chg="mod">
          <ac:chgData name="mohammad prince" userId="bd62f109ccfcb41d" providerId="LiveId" clId="{01933BCA-3496-4C58-B766-19DDD1066A0E}" dt="2026-09-08T12:13:22.895" v="1394" actId="34135"/>
          <ac:spMkLst>
            <pc:docMk/>
            <pc:sldMk cId="0" sldId="259"/>
            <ac:spMk id="45" creationId="{00000000-0000-0000-0000-000000000000}"/>
          </ac:spMkLst>
        </pc:spChg>
        <pc:spChg chg="add del mod">
          <ac:chgData name="mohammad prince" userId="bd62f109ccfcb41d" providerId="LiveId" clId="{01933BCA-3496-4C58-B766-19DDD1066A0E}" dt="2026-09-08T16:10:09.999" v="2715" actId="478"/>
          <ac:spMkLst>
            <pc:docMk/>
            <pc:sldMk cId="0" sldId="259"/>
            <ac:spMk id="49" creationId="{7EC101F4-EDD7-53FE-7E57-2CF64812D54C}"/>
          </ac:spMkLst>
        </pc:spChg>
        <pc:spChg chg="del mod topLvl">
          <ac:chgData name="mohammad prince" userId="bd62f109ccfcb41d" providerId="LiveId" clId="{01933BCA-3496-4C58-B766-19DDD1066A0E}" dt="2026-09-08T16:13:41" v="2777" actId="478"/>
          <ac:spMkLst>
            <pc:docMk/>
            <pc:sldMk cId="0" sldId="259"/>
            <ac:spMk id="51" creationId="{352393E0-121F-43E3-6E34-45839474CD13}"/>
          </ac:spMkLst>
        </pc:spChg>
        <pc:spChg chg="mod topLvl">
          <ac:chgData name="mohammad prince" userId="bd62f109ccfcb41d" providerId="LiveId" clId="{01933BCA-3496-4C58-B766-19DDD1066A0E}" dt="2026-09-08T16:15:12.568" v="2800" actId="164"/>
          <ac:spMkLst>
            <pc:docMk/>
            <pc:sldMk cId="0" sldId="259"/>
            <ac:spMk id="52" creationId="{79D4313B-004B-A4DE-5490-2394C47C13A6}"/>
          </ac:spMkLst>
        </pc:spChg>
        <pc:spChg chg="add del">
          <ac:chgData name="mohammad prince" userId="bd62f109ccfcb41d" providerId="LiveId" clId="{01933BCA-3496-4C58-B766-19DDD1066A0E}" dt="2026-09-08T16:12:37.667" v="2764" actId="478"/>
          <ac:spMkLst>
            <pc:docMk/>
            <pc:sldMk cId="0" sldId="259"/>
            <ac:spMk id="53" creationId="{7BE76C3E-D72B-EF9C-2A18-7B9C86031DAC}"/>
          </ac:spMkLst>
        </pc:spChg>
        <pc:spChg chg="add mod">
          <ac:chgData name="mohammad prince" userId="bd62f109ccfcb41d" providerId="LiveId" clId="{01933BCA-3496-4C58-B766-19DDD1066A0E}" dt="2026-09-08T16:15:12.568" v="2800" actId="164"/>
          <ac:spMkLst>
            <pc:docMk/>
            <pc:sldMk cId="0" sldId="259"/>
            <ac:spMk id="54" creationId="{14B4FA29-54D2-B2AA-5CC8-0057FF7BA2C5}"/>
          </ac:spMkLst>
        </pc:spChg>
        <pc:grpChg chg="add mod">
          <ac:chgData name="mohammad prince" userId="bd62f109ccfcb41d" providerId="LiveId" clId="{01933BCA-3496-4C58-B766-19DDD1066A0E}" dt="2026-09-09T11:11:49.307" v="8089" actId="164"/>
          <ac:grpSpMkLst>
            <pc:docMk/>
            <pc:sldMk cId="0" sldId="259"/>
            <ac:grpSpMk id="10" creationId="{843BD2CF-803D-613D-5C2F-7ACF403A95A9}"/>
          </ac:grpSpMkLst>
        </pc:grpChg>
        <pc:grpChg chg="mod">
          <ac:chgData name="mohammad prince" userId="bd62f109ccfcb41d" providerId="LiveId" clId="{01933BCA-3496-4C58-B766-19DDD1066A0E}" dt="2026-09-08T16:05:58.466" v="2530" actId="1076"/>
          <ac:grpSpMkLst>
            <pc:docMk/>
            <pc:sldMk cId="0" sldId="259"/>
            <ac:grpSpMk id="40" creationId="{00000000-0000-0000-0000-000000000000}"/>
          </ac:grpSpMkLst>
        </pc:grpChg>
        <pc:grpChg chg="add del mod">
          <ac:chgData name="mohammad prince" userId="bd62f109ccfcb41d" providerId="LiveId" clId="{01933BCA-3496-4C58-B766-19DDD1066A0E}" dt="2026-09-08T16:13:41" v="2777" actId="478"/>
          <ac:grpSpMkLst>
            <pc:docMk/>
            <pc:sldMk cId="0" sldId="259"/>
            <ac:grpSpMk id="50" creationId="{93495F01-7FFA-5FA7-4A38-BAD44B39B07C}"/>
          </ac:grpSpMkLst>
        </pc:grpChg>
        <pc:grpChg chg="add mod">
          <ac:chgData name="mohammad prince" userId="bd62f109ccfcb41d" providerId="LiveId" clId="{01933BCA-3496-4C58-B766-19DDD1066A0E}" dt="2026-09-08T16:15:17.328" v="2801" actId="12788"/>
          <ac:grpSpMkLst>
            <pc:docMk/>
            <pc:sldMk cId="0" sldId="259"/>
            <ac:grpSpMk id="55" creationId="{BA5C7D51-2760-AC64-105B-00E8DB0AA479}"/>
          </ac:grpSpMkLst>
        </pc:grpChg>
        <pc:graphicFrameChg chg="add mod modGraphic">
          <ac:chgData name="mohammad prince" userId="bd62f109ccfcb41d" providerId="LiveId" clId="{01933BCA-3496-4C58-B766-19DDD1066A0E}" dt="2026-09-08T16:09:02.871" v="2680" actId="1035"/>
          <ac:graphicFrameMkLst>
            <pc:docMk/>
            <pc:sldMk cId="0" sldId="259"/>
            <ac:graphicFrameMk id="47" creationId="{B0FE0AFB-2C3D-9AB6-C5FD-0DE4C5EB15A9}"/>
          </ac:graphicFrameMkLst>
        </pc:graphicFrameChg>
      </pc:sldChg>
      <pc:sldChg chg="del setBg">
        <pc:chgData name="mohammad prince" userId="bd62f109ccfcb41d" providerId="LiveId" clId="{01933BCA-3496-4C58-B766-19DDD1066A0E}" dt="2026-09-08T22:19:56.142" v="7023" actId="47"/>
        <pc:sldMkLst>
          <pc:docMk/>
          <pc:sldMk cId="0" sldId="260"/>
        </pc:sldMkLst>
      </pc:sldChg>
      <pc:sldChg chg="del setBg">
        <pc:chgData name="mohammad prince" userId="bd62f109ccfcb41d" providerId="LiveId" clId="{01933BCA-3496-4C58-B766-19DDD1066A0E}" dt="2026-09-08T22:35:42.646" v="7489" actId="47"/>
        <pc:sldMkLst>
          <pc:docMk/>
          <pc:sldMk cId="0" sldId="261"/>
        </pc:sldMkLst>
      </pc:sldChg>
      <pc:sldChg chg="del setBg">
        <pc:chgData name="mohammad prince" userId="bd62f109ccfcb41d" providerId="LiveId" clId="{01933BCA-3496-4C58-B766-19DDD1066A0E}" dt="2026-09-08T22:35:43.356" v="7490" actId="47"/>
        <pc:sldMkLst>
          <pc:docMk/>
          <pc:sldMk cId="0" sldId="262"/>
        </pc:sldMkLst>
      </pc:sldChg>
      <pc:sldChg chg="del setBg">
        <pc:chgData name="mohammad prince" userId="bd62f109ccfcb41d" providerId="LiveId" clId="{01933BCA-3496-4C58-B766-19DDD1066A0E}" dt="2026-09-08T22:35:43.849" v="7491" actId="47"/>
        <pc:sldMkLst>
          <pc:docMk/>
          <pc:sldMk cId="0" sldId="263"/>
        </pc:sldMkLst>
      </pc:sldChg>
      <pc:sldChg chg="del setBg">
        <pc:chgData name="mohammad prince" userId="bd62f109ccfcb41d" providerId="LiveId" clId="{01933BCA-3496-4C58-B766-19DDD1066A0E}" dt="2026-09-08T22:35:44.374" v="7492" actId="47"/>
        <pc:sldMkLst>
          <pc:docMk/>
          <pc:sldMk cId="0" sldId="264"/>
        </pc:sldMkLst>
      </pc:sldChg>
      <pc:sldChg chg="del setBg">
        <pc:chgData name="mohammad prince" userId="bd62f109ccfcb41d" providerId="LiveId" clId="{01933BCA-3496-4C58-B766-19DDD1066A0E}" dt="2026-09-08T22:35:44.822" v="7493" actId="47"/>
        <pc:sldMkLst>
          <pc:docMk/>
          <pc:sldMk cId="0" sldId="265"/>
        </pc:sldMkLst>
      </pc:sldChg>
      <pc:sldChg chg="del setBg">
        <pc:chgData name="mohammad prince" userId="bd62f109ccfcb41d" providerId="LiveId" clId="{01933BCA-3496-4C58-B766-19DDD1066A0E}" dt="2026-09-08T22:35:45.453" v="7494" actId="47"/>
        <pc:sldMkLst>
          <pc:docMk/>
          <pc:sldMk cId="0" sldId="266"/>
        </pc:sldMkLst>
      </pc:sldChg>
      <pc:sldChg chg="del setBg">
        <pc:chgData name="mohammad prince" userId="bd62f109ccfcb41d" providerId="LiveId" clId="{01933BCA-3496-4C58-B766-19DDD1066A0E}" dt="2026-09-08T22:35:47.908" v="7495" actId="47"/>
        <pc:sldMkLst>
          <pc:docMk/>
          <pc:sldMk cId="0" sldId="267"/>
        </pc:sldMkLst>
      </pc:sldChg>
      <pc:sldChg chg="addSp modSp mod setBg">
        <pc:chgData name="mohammad prince" userId="bd62f109ccfcb41d" providerId="LiveId" clId="{01933BCA-3496-4C58-B766-19DDD1066A0E}" dt="2026-09-09T19:23:25.503" v="8609" actId="20577"/>
        <pc:sldMkLst>
          <pc:docMk/>
          <pc:sldMk cId="1020614664" sldId="268"/>
        </pc:sldMkLst>
        <pc:spChg chg="add mod">
          <ac:chgData name="mohammad prince" userId="bd62f109ccfcb41d" providerId="LiveId" clId="{01933BCA-3496-4C58-B766-19DDD1066A0E}" dt="2026-09-08T12:10:28.708" v="1373" actId="1076"/>
          <ac:spMkLst>
            <pc:docMk/>
            <pc:sldMk cId="1020614664" sldId="268"/>
            <ac:spMk id="3" creationId="{3FA3A961-456B-9E92-7A38-9D2CB53357A5}"/>
          </ac:spMkLst>
        </pc:spChg>
        <pc:spChg chg="mod">
          <ac:chgData name="mohammad prince" userId="bd62f109ccfcb41d" providerId="LiveId" clId="{01933BCA-3496-4C58-B766-19DDD1066A0E}" dt="2026-09-09T19:23:25.503" v="8609" actId="20577"/>
          <ac:spMkLst>
            <pc:docMk/>
            <pc:sldMk cId="1020614664" sldId="268"/>
            <ac:spMk id="31" creationId="{1AE0B44B-1121-393F-AAE6-AB9C650166E3}"/>
          </ac:spMkLst>
        </pc:spChg>
      </pc:sldChg>
      <pc:sldChg chg="addSp delSp modSp new add del mod modTransition delAnim modAnim">
        <pc:chgData name="mohammad prince" userId="bd62f109ccfcb41d" providerId="LiveId" clId="{01933BCA-3496-4C58-B766-19DDD1066A0E}" dt="2026-09-08T21:35:55.296" v="5058" actId="20577"/>
        <pc:sldMkLst>
          <pc:docMk/>
          <pc:sldMk cId="354683498" sldId="269"/>
        </pc:sldMkLst>
        <pc:spChg chg="add mod ord">
          <ac:chgData name="mohammad prince" userId="bd62f109ccfcb41d" providerId="LiveId" clId="{01933BCA-3496-4C58-B766-19DDD1066A0E}" dt="2026-09-07T05:33:06.224" v="1317" actId="167"/>
          <ac:spMkLst>
            <pc:docMk/>
            <pc:sldMk cId="354683498" sldId="269"/>
            <ac:spMk id="3" creationId="{32F70132-098A-8A5A-127C-8C186B500C37}"/>
          </ac:spMkLst>
        </pc:spChg>
        <pc:spChg chg="add mod ord">
          <ac:chgData name="mohammad prince" userId="bd62f109ccfcb41d" providerId="LiveId" clId="{01933BCA-3496-4C58-B766-19DDD1066A0E}" dt="2026-09-07T05:33:06.224" v="1317" actId="167"/>
          <ac:spMkLst>
            <pc:docMk/>
            <pc:sldMk cId="354683498" sldId="269"/>
            <ac:spMk id="4" creationId="{07B55AF1-39D7-E566-3427-F1F1A01FCC45}"/>
          </ac:spMkLst>
        </pc:spChg>
        <pc:spChg chg="mod">
          <ac:chgData name="mohammad prince" userId="bd62f109ccfcb41d" providerId="LiveId" clId="{01933BCA-3496-4C58-B766-19DDD1066A0E}" dt="2026-09-06T20:49:51.509" v="11"/>
          <ac:spMkLst>
            <pc:docMk/>
            <pc:sldMk cId="354683498" sldId="269"/>
            <ac:spMk id="7" creationId="{12EF4F47-F3AC-DA29-A523-2935EB83C6BF}"/>
          </ac:spMkLst>
        </pc:spChg>
        <pc:spChg chg="mod">
          <ac:chgData name="mohammad prince" userId="bd62f109ccfcb41d" providerId="LiveId" clId="{01933BCA-3496-4C58-B766-19DDD1066A0E}" dt="2026-09-06T20:49:51.509" v="11"/>
          <ac:spMkLst>
            <pc:docMk/>
            <pc:sldMk cId="354683498" sldId="269"/>
            <ac:spMk id="8" creationId="{728CAC92-12A6-E238-DDF9-054AD9ACD8BA}"/>
          </ac:spMkLst>
        </pc:spChg>
        <pc:spChg chg="mod">
          <ac:chgData name="mohammad prince" userId="bd62f109ccfcb41d" providerId="LiveId" clId="{01933BCA-3496-4C58-B766-19DDD1066A0E}" dt="2026-09-06T20:49:51.509" v="11"/>
          <ac:spMkLst>
            <pc:docMk/>
            <pc:sldMk cId="354683498" sldId="269"/>
            <ac:spMk id="9" creationId="{62719633-7682-6A06-102B-10464D6195EC}"/>
          </ac:spMkLst>
        </pc:spChg>
        <pc:spChg chg="mod">
          <ac:chgData name="mohammad prince" userId="bd62f109ccfcb41d" providerId="LiveId" clId="{01933BCA-3496-4C58-B766-19DDD1066A0E}" dt="2026-09-06T20:51:07.617" v="65" actId="20577"/>
          <ac:spMkLst>
            <pc:docMk/>
            <pc:sldMk cId="354683498" sldId="269"/>
            <ac:spMk id="10" creationId="{8BEEE777-B93C-2734-CB67-C313BCAC68D8}"/>
          </ac:spMkLst>
        </pc:spChg>
        <pc:spChg chg="mod">
          <ac:chgData name="mohammad prince" userId="bd62f109ccfcb41d" providerId="LiveId" clId="{01933BCA-3496-4C58-B766-19DDD1066A0E}" dt="2026-09-06T20:49:51.509" v="11"/>
          <ac:spMkLst>
            <pc:docMk/>
            <pc:sldMk cId="354683498" sldId="269"/>
            <ac:spMk id="11" creationId="{530E4479-1378-B9AE-2343-BCE2BCD025A2}"/>
          </ac:spMkLst>
        </pc:spChg>
        <pc:spChg chg="mod">
          <ac:chgData name="mohammad prince" userId="bd62f109ccfcb41d" providerId="LiveId" clId="{01933BCA-3496-4C58-B766-19DDD1066A0E}" dt="2026-09-06T20:49:51.509" v="11"/>
          <ac:spMkLst>
            <pc:docMk/>
            <pc:sldMk cId="354683498" sldId="269"/>
            <ac:spMk id="12" creationId="{55502455-0A28-E2EF-122B-39951C8DCFFD}"/>
          </ac:spMkLst>
        </pc:spChg>
        <pc:spChg chg="mod">
          <ac:chgData name="mohammad prince" userId="bd62f109ccfcb41d" providerId="LiveId" clId="{01933BCA-3496-4C58-B766-19DDD1066A0E}" dt="2026-09-07T05:32:51.886" v="1316"/>
          <ac:spMkLst>
            <pc:docMk/>
            <pc:sldMk cId="354683498" sldId="269"/>
            <ac:spMk id="14" creationId="{33FD03B1-21AD-792D-8601-A4E2532FF399}"/>
          </ac:spMkLst>
        </pc:spChg>
        <pc:spChg chg="mod">
          <ac:chgData name="mohammad prince" userId="bd62f109ccfcb41d" providerId="LiveId" clId="{01933BCA-3496-4C58-B766-19DDD1066A0E}" dt="2026-09-07T05:32:51.886" v="1316"/>
          <ac:spMkLst>
            <pc:docMk/>
            <pc:sldMk cId="354683498" sldId="269"/>
            <ac:spMk id="15" creationId="{E43626F2-A1D5-DB72-6BEE-081118B70CFB}"/>
          </ac:spMkLst>
        </pc:spChg>
        <pc:spChg chg="add mod">
          <ac:chgData name="mohammad prince" userId="bd62f109ccfcb41d" providerId="LiveId" clId="{01933BCA-3496-4C58-B766-19DDD1066A0E}" dt="2026-09-07T05:31:47.855" v="1314" actId="12788"/>
          <ac:spMkLst>
            <pc:docMk/>
            <pc:sldMk cId="354683498" sldId="269"/>
            <ac:spMk id="34" creationId="{D148DA07-A73E-D61B-7260-7809998113CC}"/>
          </ac:spMkLst>
        </pc:spChg>
        <pc:grpChg chg="add mod">
          <ac:chgData name="mohammad prince" userId="bd62f109ccfcb41d" providerId="LiveId" clId="{01933BCA-3496-4C58-B766-19DDD1066A0E}" dt="2026-09-06T20:49:51.509" v="11"/>
          <ac:grpSpMkLst>
            <pc:docMk/>
            <pc:sldMk cId="354683498" sldId="269"/>
            <ac:grpSpMk id="5" creationId="{37B14A26-6BF8-0366-2C44-842BC7CFA6DB}"/>
          </ac:grpSpMkLst>
        </pc:grpChg>
        <pc:grpChg chg="mod">
          <ac:chgData name="mohammad prince" userId="bd62f109ccfcb41d" providerId="LiveId" clId="{01933BCA-3496-4C58-B766-19DDD1066A0E}" dt="2026-09-06T20:49:51.509" v="11"/>
          <ac:grpSpMkLst>
            <pc:docMk/>
            <pc:sldMk cId="354683498" sldId="269"/>
            <ac:grpSpMk id="6" creationId="{5FCCA99C-0D3E-ED99-02DD-E0765C76C270}"/>
          </ac:grpSpMkLst>
        </pc:grpChg>
        <pc:grpChg chg="add mod ord">
          <ac:chgData name="mohammad prince" userId="bd62f109ccfcb41d" providerId="LiveId" clId="{01933BCA-3496-4C58-B766-19DDD1066A0E}" dt="2026-09-07T05:33:06.224" v="1317" actId="167"/>
          <ac:grpSpMkLst>
            <pc:docMk/>
            <pc:sldMk cId="354683498" sldId="269"/>
            <ac:grpSpMk id="13" creationId="{756CC755-125B-8104-18F6-610AF7BDE576}"/>
          </ac:grpSpMkLst>
        </pc:grpChg>
        <pc:graphicFrameChg chg="add mod modGraphic">
          <ac:chgData name="mohammad prince" userId="bd62f109ccfcb41d" providerId="LiveId" clId="{01933BCA-3496-4C58-B766-19DDD1066A0E}" dt="2026-09-08T21:35:55.296" v="5058" actId="20577"/>
          <ac:graphicFrameMkLst>
            <pc:docMk/>
            <pc:sldMk cId="354683498" sldId="269"/>
            <ac:graphicFrameMk id="2" creationId="{D35FB3A7-4720-16E5-9578-460FB8A2966C}"/>
          </ac:graphicFrameMkLst>
        </pc:graphicFrameChg>
      </pc:sldChg>
      <pc:sldChg chg="addSp delSp modSp new mod ord modTransition modAnim">
        <pc:chgData name="mohammad prince" userId="bd62f109ccfcb41d" providerId="LiveId" clId="{01933BCA-3496-4C58-B766-19DDD1066A0E}" dt="2026-09-07T05:34:01.742" v="1320"/>
        <pc:sldMkLst>
          <pc:docMk/>
          <pc:sldMk cId="1433441262" sldId="270"/>
        </pc:sldMkLst>
        <pc:spChg chg="mod">
          <ac:chgData name="mohammad prince" userId="bd62f109ccfcb41d" providerId="LiveId" clId="{01933BCA-3496-4C58-B766-19DDD1066A0E}" dt="2026-09-07T04:43:08.930" v="579" actId="34135"/>
          <ac:spMkLst>
            <pc:docMk/>
            <pc:sldMk cId="1433441262" sldId="270"/>
            <ac:spMk id="3" creationId="{61EEA69D-1D9D-632D-F8FF-C4406302799A}"/>
          </ac:spMkLst>
        </pc:spChg>
        <pc:spChg chg="mod">
          <ac:chgData name="mohammad prince" userId="bd62f109ccfcb41d" providerId="LiveId" clId="{01933BCA-3496-4C58-B766-19DDD1066A0E}" dt="2026-09-07T04:39:03.474" v="530"/>
          <ac:spMkLst>
            <pc:docMk/>
            <pc:sldMk cId="1433441262" sldId="270"/>
            <ac:spMk id="6" creationId="{A3662E10-6D70-C3E8-3AFC-E6561640FC1E}"/>
          </ac:spMkLst>
        </pc:spChg>
        <pc:spChg chg="mod">
          <ac:chgData name="mohammad prince" userId="bd62f109ccfcb41d" providerId="LiveId" clId="{01933BCA-3496-4C58-B766-19DDD1066A0E}" dt="2026-09-07T04:39:03.474" v="530"/>
          <ac:spMkLst>
            <pc:docMk/>
            <pc:sldMk cId="1433441262" sldId="270"/>
            <ac:spMk id="7" creationId="{04BF117F-729A-BFAB-115E-A4EC8008216C}"/>
          </ac:spMkLst>
        </pc:spChg>
        <pc:spChg chg="mod">
          <ac:chgData name="mohammad prince" userId="bd62f109ccfcb41d" providerId="LiveId" clId="{01933BCA-3496-4C58-B766-19DDD1066A0E}" dt="2026-09-07T04:39:03.474" v="530"/>
          <ac:spMkLst>
            <pc:docMk/>
            <pc:sldMk cId="1433441262" sldId="270"/>
            <ac:spMk id="8" creationId="{63447293-E2A6-00AE-749C-D2B77FBE70A3}"/>
          </ac:spMkLst>
        </pc:spChg>
        <pc:spChg chg="mod">
          <ac:chgData name="mohammad prince" userId="bd62f109ccfcb41d" providerId="LiveId" clId="{01933BCA-3496-4C58-B766-19DDD1066A0E}" dt="2026-09-07T04:51:28.029" v="797" actId="20577"/>
          <ac:spMkLst>
            <pc:docMk/>
            <pc:sldMk cId="1433441262" sldId="270"/>
            <ac:spMk id="9" creationId="{7D45DBF2-28FB-17BC-2C02-7AA30C701119}"/>
          </ac:spMkLst>
        </pc:spChg>
        <pc:spChg chg="mod">
          <ac:chgData name="mohammad prince" userId="bd62f109ccfcb41d" providerId="LiveId" clId="{01933BCA-3496-4C58-B766-19DDD1066A0E}" dt="2026-09-07T04:39:03.474" v="530"/>
          <ac:spMkLst>
            <pc:docMk/>
            <pc:sldMk cId="1433441262" sldId="270"/>
            <ac:spMk id="10" creationId="{51FEC52C-6423-736D-3F87-43DB610AE7B5}"/>
          </ac:spMkLst>
        </pc:spChg>
        <pc:spChg chg="mod">
          <ac:chgData name="mohammad prince" userId="bd62f109ccfcb41d" providerId="LiveId" clId="{01933BCA-3496-4C58-B766-19DDD1066A0E}" dt="2026-09-07T04:39:03.474" v="530"/>
          <ac:spMkLst>
            <pc:docMk/>
            <pc:sldMk cId="1433441262" sldId="270"/>
            <ac:spMk id="11" creationId="{E998B4CD-B73E-53A7-8998-956FFF2E86D3}"/>
          </ac:spMkLst>
        </pc:spChg>
        <pc:spChg chg="add mod">
          <ac:chgData name="mohammad prince" userId="bd62f109ccfcb41d" providerId="LiveId" clId="{01933BCA-3496-4C58-B766-19DDD1066A0E}" dt="2026-09-07T04:55:22.062" v="843" actId="1036"/>
          <ac:spMkLst>
            <pc:docMk/>
            <pc:sldMk cId="1433441262" sldId="270"/>
            <ac:spMk id="19" creationId="{178E0CF3-49ED-67E4-CF23-60085D447766}"/>
          </ac:spMkLst>
        </pc:spChg>
        <pc:spChg chg="add mod">
          <ac:chgData name="mohammad prince" userId="bd62f109ccfcb41d" providerId="LiveId" clId="{01933BCA-3496-4C58-B766-19DDD1066A0E}" dt="2026-09-07T05:06:01.359" v="911" actId="20577"/>
          <ac:spMkLst>
            <pc:docMk/>
            <pc:sldMk cId="1433441262" sldId="270"/>
            <ac:spMk id="21" creationId="{0DA9E8CB-5F47-16AC-09D6-EFA79A10C1C8}"/>
          </ac:spMkLst>
        </pc:spChg>
        <pc:spChg chg="add mod">
          <ac:chgData name="mohammad prince" userId="bd62f109ccfcb41d" providerId="LiveId" clId="{01933BCA-3496-4C58-B766-19DDD1066A0E}" dt="2026-09-07T04:55:22.062" v="843" actId="1036"/>
          <ac:spMkLst>
            <pc:docMk/>
            <pc:sldMk cId="1433441262" sldId="270"/>
            <ac:spMk id="23" creationId="{7B0C630D-ECE8-3960-CDE1-8E54301C12DE}"/>
          </ac:spMkLst>
        </pc:spChg>
        <pc:grpChg chg="add mod ord">
          <ac:chgData name="mohammad prince" userId="bd62f109ccfcb41d" providerId="LiveId" clId="{01933BCA-3496-4C58-B766-19DDD1066A0E}" dt="2026-09-07T04:56:54.517" v="851" actId="166"/>
          <ac:grpSpMkLst>
            <pc:docMk/>
            <pc:sldMk cId="1433441262" sldId="270"/>
            <ac:grpSpMk id="2" creationId="{107E96C8-C0AE-EF68-0BC2-9A523BBC4A3E}"/>
          </ac:grpSpMkLst>
        </pc:grpChg>
        <pc:grpChg chg="add mod ord">
          <ac:chgData name="mohammad prince" userId="bd62f109ccfcb41d" providerId="LiveId" clId="{01933BCA-3496-4C58-B766-19DDD1066A0E}" dt="2026-09-07T04:58:15.331" v="863" actId="166"/>
          <ac:grpSpMkLst>
            <pc:docMk/>
            <pc:sldMk cId="1433441262" sldId="270"/>
            <ac:grpSpMk id="4" creationId="{4EB6ACA3-505B-4AE1-19FB-BDD0F4108401}"/>
          </ac:grpSpMkLst>
        </pc:grpChg>
        <pc:grpChg chg="mod">
          <ac:chgData name="mohammad prince" userId="bd62f109ccfcb41d" providerId="LiveId" clId="{01933BCA-3496-4C58-B766-19DDD1066A0E}" dt="2026-09-07T04:39:03.474" v="530"/>
          <ac:grpSpMkLst>
            <pc:docMk/>
            <pc:sldMk cId="1433441262" sldId="270"/>
            <ac:grpSpMk id="5" creationId="{C2B9CE23-269B-71E0-C97D-789250E10F97}"/>
          </ac:grpSpMkLst>
        </pc:grpChg>
      </pc:sldChg>
      <pc:sldChg chg="addSp delSp modSp add mod modTransition modAnim">
        <pc:chgData name="mohammad prince" userId="bd62f109ccfcb41d" providerId="LiveId" clId="{01933BCA-3496-4C58-B766-19DDD1066A0E}" dt="2026-09-08T21:22:34.656" v="4699"/>
        <pc:sldMkLst>
          <pc:docMk/>
          <pc:sldMk cId="2767982749" sldId="273"/>
        </pc:sldMkLst>
        <pc:spChg chg="mod">
          <ac:chgData name="mohammad prince" userId="bd62f109ccfcb41d" providerId="LiveId" clId="{01933BCA-3496-4C58-B766-19DDD1066A0E}" dt="2026-09-07T05:00:43.076" v="877" actId="34135"/>
          <ac:spMkLst>
            <pc:docMk/>
            <pc:sldMk cId="2767982749" sldId="273"/>
            <ac:spMk id="3" creationId="{BC73249A-1D74-8A25-E936-BB8165E3B40C}"/>
          </ac:spMkLst>
        </pc:spChg>
        <pc:spChg chg="mod">
          <ac:chgData name="mohammad prince" userId="bd62f109ccfcb41d" providerId="LiveId" clId="{01933BCA-3496-4C58-B766-19DDD1066A0E}" dt="2026-09-07T05:00:46.089" v="878" actId="34135"/>
          <ac:spMkLst>
            <pc:docMk/>
            <pc:sldMk cId="2767982749" sldId="273"/>
            <ac:spMk id="5" creationId="{5EC0AB0E-6510-B27C-6926-F4262E815452}"/>
          </ac:spMkLst>
        </pc:spChg>
        <pc:spChg chg="mod">
          <ac:chgData name="mohammad prince" userId="bd62f109ccfcb41d" providerId="LiveId" clId="{01933BCA-3496-4C58-B766-19DDD1066A0E}" dt="2026-09-07T05:01:04.013" v="880" actId="34135"/>
          <ac:spMkLst>
            <pc:docMk/>
            <pc:sldMk cId="2767982749" sldId="273"/>
            <ac:spMk id="7" creationId="{50CCDFDB-D8EF-D29E-DC8F-CACAB547F949}"/>
          </ac:spMkLst>
        </pc:spChg>
        <pc:spChg chg="mod">
          <ac:chgData name="mohammad prince" userId="bd62f109ccfcb41d" providerId="LiveId" clId="{01933BCA-3496-4C58-B766-19DDD1066A0E}" dt="2026-09-07T05:01:04.013" v="880" actId="34135"/>
          <ac:spMkLst>
            <pc:docMk/>
            <pc:sldMk cId="2767982749" sldId="273"/>
            <ac:spMk id="8" creationId="{CCD0AB38-487D-1AEF-927D-471358E97573}"/>
          </ac:spMkLst>
        </pc:spChg>
        <pc:spChg chg="mod">
          <ac:chgData name="mohammad prince" userId="bd62f109ccfcb41d" providerId="LiveId" clId="{01933BCA-3496-4C58-B766-19DDD1066A0E}" dt="2026-09-07T05:01:14.478" v="881" actId="164"/>
          <ac:spMkLst>
            <pc:docMk/>
            <pc:sldMk cId="2767982749" sldId="273"/>
            <ac:spMk id="30" creationId="{697213E1-8992-4AD3-3061-91A724F36C54}"/>
          </ac:spMkLst>
        </pc:spChg>
        <pc:spChg chg="mod">
          <ac:chgData name="mohammad prince" userId="bd62f109ccfcb41d" providerId="LiveId" clId="{01933BCA-3496-4C58-B766-19DDD1066A0E}" dt="2026-09-07T05:01:14.478" v="881" actId="164"/>
          <ac:spMkLst>
            <pc:docMk/>
            <pc:sldMk cId="2767982749" sldId="273"/>
            <ac:spMk id="31" creationId="{6AD27522-1EEF-A052-8E2B-909F32D51B20}"/>
          </ac:spMkLst>
        </pc:spChg>
        <pc:spChg chg="mod">
          <ac:chgData name="mohammad prince" userId="bd62f109ccfcb41d" providerId="LiveId" clId="{01933BCA-3496-4C58-B766-19DDD1066A0E}" dt="2026-09-07T05:01:14.478" v="881" actId="164"/>
          <ac:spMkLst>
            <pc:docMk/>
            <pc:sldMk cId="2767982749" sldId="273"/>
            <ac:spMk id="32" creationId="{EA56673D-C28A-2A69-9A2C-69013AD9C7E4}"/>
          </ac:spMkLst>
        </pc:spChg>
        <pc:spChg chg="mod">
          <ac:chgData name="mohammad prince" userId="bd62f109ccfcb41d" providerId="LiveId" clId="{01933BCA-3496-4C58-B766-19DDD1066A0E}" dt="2026-09-07T05:01:14.478" v="881" actId="164"/>
          <ac:spMkLst>
            <pc:docMk/>
            <pc:sldMk cId="2767982749" sldId="273"/>
            <ac:spMk id="33" creationId="{705163A1-13C2-EB41-A996-378E56AA8A37}"/>
          </ac:spMkLst>
        </pc:spChg>
        <pc:grpChg chg="mod">
          <ac:chgData name="mohammad prince" userId="bd62f109ccfcb41d" providerId="LiveId" clId="{01933BCA-3496-4C58-B766-19DDD1066A0E}" dt="2026-09-07T05:01:14.478" v="881" actId="164"/>
          <ac:grpSpMkLst>
            <pc:docMk/>
            <pc:sldMk cId="2767982749" sldId="273"/>
            <ac:grpSpMk id="6" creationId="{927EBE67-5A7E-F692-14E4-A19151588FFF}"/>
          </ac:grpSpMkLst>
        </pc:grpChg>
        <pc:grpChg chg="add mod ord">
          <ac:chgData name="mohammad prince" userId="bd62f109ccfcb41d" providerId="LiveId" clId="{01933BCA-3496-4C58-B766-19DDD1066A0E}" dt="2026-09-07T05:01:30.570" v="883" actId="166"/>
          <ac:grpSpMkLst>
            <pc:docMk/>
            <pc:sldMk cId="2767982749" sldId="273"/>
            <ac:grpSpMk id="53" creationId="{F71AB116-58E2-55E2-1F84-EA0E64D8824A}"/>
          </ac:grpSpMkLst>
        </pc:grpChg>
      </pc:sldChg>
      <pc:sldChg chg="new del">
        <pc:chgData name="mohammad prince" userId="bd62f109ccfcb41d" providerId="LiveId" clId="{01933BCA-3496-4C58-B766-19DDD1066A0E}" dt="2026-09-08T12:08:46.494" v="1328" actId="680"/>
        <pc:sldMkLst>
          <pc:docMk/>
          <pc:sldMk cId="20691413" sldId="274"/>
        </pc:sldMkLst>
      </pc:sldChg>
      <pc:sldChg chg="add del">
        <pc:chgData name="mohammad prince" userId="bd62f109ccfcb41d" providerId="LiveId" clId="{01933BCA-3496-4C58-B766-19DDD1066A0E}" dt="2026-09-08T22:20:01.020" v="7024" actId="47"/>
        <pc:sldMkLst>
          <pc:docMk/>
          <pc:sldMk cId="3825000511" sldId="274"/>
        </pc:sldMkLst>
      </pc:sldChg>
      <pc:sldChg chg="add del">
        <pc:chgData name="mohammad prince" userId="bd62f109ccfcb41d" providerId="LiveId" clId="{01933BCA-3496-4C58-B766-19DDD1066A0E}" dt="2026-09-08T12:20:45.692" v="1429" actId="47"/>
        <pc:sldMkLst>
          <pc:docMk/>
          <pc:sldMk cId="1220679236" sldId="275"/>
        </pc:sldMkLst>
      </pc:sldChg>
      <pc:sldChg chg="addSp delSp modSp new del mod">
        <pc:chgData name="mohammad prince" userId="bd62f109ccfcb41d" providerId="LiveId" clId="{01933BCA-3496-4C58-B766-19DDD1066A0E}" dt="2026-09-08T16:00:04.273" v="2183" actId="47"/>
        <pc:sldMkLst>
          <pc:docMk/>
          <pc:sldMk cId="1736475082" sldId="275"/>
        </pc:sldMkLst>
        <pc:graphicFrameChg chg="add del mod">
          <ac:chgData name="mohammad prince" userId="bd62f109ccfcb41d" providerId="LiveId" clId="{01933BCA-3496-4C58-B766-19DDD1066A0E}" dt="2026-09-08T13:54:06.614" v="1844" actId="478"/>
          <ac:graphicFrameMkLst>
            <pc:docMk/>
            <pc:sldMk cId="1736475082" sldId="275"/>
            <ac:graphicFrameMk id="2" creationId="{ABCA2B39-81EC-C474-C9F6-95FB3B5CBF91}"/>
          </ac:graphicFrameMkLst>
        </pc:graphicFrameChg>
        <pc:graphicFrameChg chg="add del">
          <ac:chgData name="mohammad prince" userId="bd62f109ccfcb41d" providerId="LiveId" clId="{01933BCA-3496-4C58-B766-19DDD1066A0E}" dt="2026-09-08T14:12:05.404" v="1846" actId="478"/>
          <ac:graphicFrameMkLst>
            <pc:docMk/>
            <pc:sldMk cId="1736475082" sldId="275"/>
            <ac:graphicFrameMk id="3" creationId="{890C4A85-0DF9-9ACC-4284-A3AE02A74C24}"/>
          </ac:graphicFrameMkLst>
        </pc:graphicFrameChg>
        <pc:graphicFrameChg chg="add mod">
          <ac:chgData name="mohammad prince" userId="bd62f109ccfcb41d" providerId="LiveId" clId="{01933BCA-3496-4C58-B766-19DDD1066A0E}" dt="2026-09-08T14:25:02.345" v="1848" actId="14100"/>
          <ac:graphicFrameMkLst>
            <pc:docMk/>
            <pc:sldMk cId="1736475082" sldId="275"/>
            <ac:graphicFrameMk id="4" creationId="{4A3A453F-B807-30D6-D940-94C72937AA6F}"/>
          </ac:graphicFrameMkLst>
        </pc:graphicFrameChg>
      </pc:sldChg>
      <pc:sldChg chg="new del">
        <pc:chgData name="mohammad prince" userId="bd62f109ccfcb41d" providerId="LiveId" clId="{01933BCA-3496-4C58-B766-19DDD1066A0E}" dt="2026-09-08T15:57:36.675" v="2107" actId="47"/>
        <pc:sldMkLst>
          <pc:docMk/>
          <pc:sldMk cId="1237098306" sldId="276"/>
        </pc:sldMkLst>
      </pc:sldChg>
      <pc:sldChg chg="addSp delSp modSp add mod modTransition setBg delAnim modAnim">
        <pc:chgData name="mohammad prince" userId="bd62f109ccfcb41d" providerId="LiveId" clId="{01933BCA-3496-4C58-B766-19DDD1066A0E}" dt="2026-09-08T20:40:36.132" v="3256" actId="1038"/>
        <pc:sldMkLst>
          <pc:docMk/>
          <pc:sldMk cId="1532138960" sldId="277"/>
        </pc:sldMkLst>
        <pc:spChg chg="mod">
          <ac:chgData name="mohammad prince" userId="bd62f109ccfcb41d" providerId="LiveId" clId="{01933BCA-3496-4C58-B766-19DDD1066A0E}" dt="2026-09-08T20:40:36.132" v="3256" actId="1038"/>
          <ac:spMkLst>
            <pc:docMk/>
            <pc:sldMk cId="1532138960" sldId="277"/>
            <ac:spMk id="2" creationId="{8579CBD7-489E-81A7-691B-AD69583909A2}"/>
          </ac:spMkLst>
        </pc:spChg>
        <pc:spChg chg="mod">
          <ac:chgData name="mohammad prince" userId="bd62f109ccfcb41d" providerId="LiveId" clId="{01933BCA-3496-4C58-B766-19DDD1066A0E}" dt="2026-09-08T20:39:55.019" v="3186"/>
          <ac:spMkLst>
            <pc:docMk/>
            <pc:sldMk cId="1532138960" sldId="277"/>
            <ac:spMk id="7" creationId="{1438154A-16BB-9132-8C2B-9DFD2844DD59}"/>
          </ac:spMkLst>
        </pc:spChg>
        <pc:spChg chg="mod">
          <ac:chgData name="mohammad prince" userId="bd62f109ccfcb41d" providerId="LiveId" clId="{01933BCA-3496-4C58-B766-19DDD1066A0E}" dt="2026-09-08T14:38:45.908" v="1853" actId="34136"/>
          <ac:spMkLst>
            <pc:docMk/>
            <pc:sldMk cId="1532138960" sldId="277"/>
            <ac:spMk id="7" creationId="{F23EBB8C-4341-9ADC-316E-2F6BB6185311}"/>
          </ac:spMkLst>
        </pc:spChg>
        <pc:spChg chg="mod">
          <ac:chgData name="mohammad prince" userId="bd62f109ccfcb41d" providerId="LiveId" clId="{01933BCA-3496-4C58-B766-19DDD1066A0E}" dt="2026-09-08T14:38:45.908" v="1853" actId="34136"/>
          <ac:spMkLst>
            <pc:docMk/>
            <pc:sldMk cId="1532138960" sldId="277"/>
            <ac:spMk id="8" creationId="{B47ABF98-9B15-E928-FED8-87EED4642B3A}"/>
          </ac:spMkLst>
        </pc:spChg>
        <pc:spChg chg="mod">
          <ac:chgData name="mohammad prince" userId="bd62f109ccfcb41d" providerId="LiveId" clId="{01933BCA-3496-4C58-B766-19DDD1066A0E}" dt="2026-09-08T20:39:55.019" v="3186"/>
          <ac:spMkLst>
            <pc:docMk/>
            <pc:sldMk cId="1532138960" sldId="277"/>
            <ac:spMk id="8" creationId="{D9CC695D-326D-A5AF-B221-9E89EE11C79B}"/>
          </ac:spMkLst>
        </pc:spChg>
        <pc:spChg chg="add del mod">
          <ac:chgData name="mohammad prince" userId="bd62f109ccfcb41d" providerId="LiveId" clId="{01933BCA-3496-4C58-B766-19DDD1066A0E}" dt="2026-09-08T14:43:14.134" v="1965"/>
          <ac:spMkLst>
            <pc:docMk/>
            <pc:sldMk cId="1532138960" sldId="277"/>
            <ac:spMk id="10" creationId="{75EFB44E-5237-CDAE-EA99-40A570B86C02}"/>
          </ac:spMkLst>
        </pc:spChg>
        <pc:spChg chg="add mod">
          <ac:chgData name="mohammad prince" userId="bd62f109ccfcb41d" providerId="LiveId" clId="{01933BCA-3496-4C58-B766-19DDD1066A0E}" dt="2026-09-08T16:04:26.164" v="2436" actId="122"/>
          <ac:spMkLst>
            <pc:docMk/>
            <pc:sldMk cId="1532138960" sldId="277"/>
            <ac:spMk id="11" creationId="{04DDF30B-CC93-297F-A386-CCD312437680}"/>
          </ac:spMkLst>
        </pc:spChg>
        <pc:spChg chg="add del mod">
          <ac:chgData name="mohammad prince" userId="bd62f109ccfcb41d" providerId="LiveId" clId="{01933BCA-3496-4C58-B766-19DDD1066A0E}" dt="2026-09-08T14:42:09.123" v="1930" actId="478"/>
          <ac:spMkLst>
            <pc:docMk/>
            <pc:sldMk cId="1532138960" sldId="277"/>
            <ac:spMk id="13" creationId="{EF243552-05A1-D930-1123-CAEDA70E96BD}"/>
          </ac:spMkLst>
        </pc:spChg>
        <pc:spChg chg="add del">
          <ac:chgData name="mohammad prince" userId="bd62f109ccfcb41d" providerId="LiveId" clId="{01933BCA-3496-4C58-B766-19DDD1066A0E}" dt="2026-09-08T14:42:19.704" v="1934" actId="22"/>
          <ac:spMkLst>
            <pc:docMk/>
            <pc:sldMk cId="1532138960" sldId="277"/>
            <ac:spMk id="15" creationId="{3FF4A549-CC76-B1FF-74DC-E7B9EF3E0699}"/>
          </ac:spMkLst>
        </pc:spChg>
        <pc:spChg chg="add del mod">
          <ac:chgData name="mohammad prince" userId="bd62f109ccfcb41d" providerId="LiveId" clId="{01933BCA-3496-4C58-B766-19DDD1066A0E}" dt="2026-09-08T14:43:14.126" v="1963" actId="478"/>
          <ac:spMkLst>
            <pc:docMk/>
            <pc:sldMk cId="1532138960" sldId="277"/>
            <ac:spMk id="17" creationId="{F6EFE7B9-94AC-13A5-6CFB-D096DE74779E}"/>
          </ac:spMkLst>
        </pc:spChg>
        <pc:spChg chg="del">
          <ac:chgData name="mohammad prince" userId="bd62f109ccfcb41d" providerId="LiveId" clId="{01933BCA-3496-4C58-B766-19DDD1066A0E}" dt="2026-09-08T14:39:10.781" v="1859" actId="478"/>
          <ac:spMkLst>
            <pc:docMk/>
            <pc:sldMk cId="1532138960" sldId="277"/>
            <ac:spMk id="26" creationId="{80B5048A-EBD3-13D1-C460-7DD172AF4CFE}"/>
          </ac:spMkLst>
        </pc:spChg>
        <pc:spChg chg="del">
          <ac:chgData name="mohammad prince" userId="bd62f109ccfcb41d" providerId="LiveId" clId="{01933BCA-3496-4C58-B766-19DDD1066A0E}" dt="2026-09-08T14:39:10.781" v="1859" actId="478"/>
          <ac:spMkLst>
            <pc:docMk/>
            <pc:sldMk cId="1532138960" sldId="277"/>
            <ac:spMk id="27" creationId="{9670A04A-5A9E-9E5C-FCF4-96125CACDF52}"/>
          </ac:spMkLst>
        </pc:spChg>
        <pc:spChg chg="del">
          <ac:chgData name="mohammad prince" userId="bd62f109ccfcb41d" providerId="LiveId" clId="{01933BCA-3496-4C58-B766-19DDD1066A0E}" dt="2026-09-08T14:39:10.781" v="1859" actId="478"/>
          <ac:spMkLst>
            <pc:docMk/>
            <pc:sldMk cId="1532138960" sldId="277"/>
            <ac:spMk id="28" creationId="{B0443B39-ECC3-4297-9E25-30E06CF59E14}"/>
          </ac:spMkLst>
        </pc:spChg>
        <pc:spChg chg="del">
          <ac:chgData name="mohammad prince" userId="bd62f109ccfcb41d" providerId="LiveId" clId="{01933BCA-3496-4C58-B766-19DDD1066A0E}" dt="2026-09-08T14:39:10.781" v="1859" actId="478"/>
          <ac:spMkLst>
            <pc:docMk/>
            <pc:sldMk cId="1532138960" sldId="277"/>
            <ac:spMk id="29" creationId="{D7E0F76C-86FE-E827-178C-68286B247F1E}"/>
          </ac:spMkLst>
        </pc:spChg>
        <pc:spChg chg="del mod">
          <ac:chgData name="mohammad prince" userId="bd62f109ccfcb41d" providerId="LiveId" clId="{01933BCA-3496-4C58-B766-19DDD1066A0E}" dt="2026-09-08T14:38:59.527" v="1856" actId="478"/>
          <ac:spMkLst>
            <pc:docMk/>
            <pc:sldMk cId="1532138960" sldId="277"/>
            <ac:spMk id="30" creationId="{1EDF7299-B45B-2C84-F9AC-55DBCB98078D}"/>
          </ac:spMkLst>
        </pc:spChg>
        <pc:spChg chg="mod">
          <ac:chgData name="mohammad prince" userId="bd62f109ccfcb41d" providerId="LiveId" clId="{01933BCA-3496-4C58-B766-19DDD1066A0E}" dt="2026-09-08T14:41:41.442" v="1923" actId="34136"/>
          <ac:spMkLst>
            <pc:docMk/>
            <pc:sldMk cId="1532138960" sldId="277"/>
            <ac:spMk id="41" creationId="{DBC52D7B-65D6-7392-F474-A2745B9EEE6B}"/>
          </ac:spMkLst>
        </pc:spChg>
        <pc:spChg chg="mod">
          <ac:chgData name="mohammad prince" userId="bd62f109ccfcb41d" providerId="LiveId" clId="{01933BCA-3496-4C58-B766-19DDD1066A0E}" dt="2026-09-08T14:41:41.442" v="1923" actId="34136"/>
          <ac:spMkLst>
            <pc:docMk/>
            <pc:sldMk cId="1532138960" sldId="277"/>
            <ac:spMk id="42" creationId="{7F402F94-FA36-7E65-2542-613418D03A80}"/>
          </ac:spMkLst>
        </pc:spChg>
        <pc:spChg chg="mod">
          <ac:chgData name="mohammad prince" userId="bd62f109ccfcb41d" providerId="LiveId" clId="{01933BCA-3496-4C58-B766-19DDD1066A0E}" dt="2026-09-08T14:38:52.856" v="1855" actId="34136"/>
          <ac:spMkLst>
            <pc:docMk/>
            <pc:sldMk cId="1532138960" sldId="277"/>
            <ac:spMk id="44" creationId="{BA3D2829-2B01-45A4-1F6B-F5B327C766FA}"/>
          </ac:spMkLst>
        </pc:spChg>
        <pc:spChg chg="mod">
          <ac:chgData name="mohammad prince" userId="bd62f109ccfcb41d" providerId="LiveId" clId="{01933BCA-3496-4C58-B766-19DDD1066A0E}" dt="2026-09-08T14:38:52.856" v="1855" actId="34136"/>
          <ac:spMkLst>
            <pc:docMk/>
            <pc:sldMk cId="1532138960" sldId="277"/>
            <ac:spMk id="45" creationId="{F575DE35-B796-1E83-398A-F7649C6D9198}"/>
          </ac:spMkLst>
        </pc:spChg>
        <pc:grpChg chg="add mod">
          <ac:chgData name="mohammad prince" userId="bd62f109ccfcb41d" providerId="LiveId" clId="{01933BCA-3496-4C58-B766-19DDD1066A0E}" dt="2026-09-08T20:40:01.987" v="3187" actId="1076"/>
          <ac:grpSpMkLst>
            <pc:docMk/>
            <pc:sldMk cId="1532138960" sldId="277"/>
            <ac:grpSpMk id="6" creationId="{7DA1CAF9-6BDC-78DA-3F19-DDC8B403D74B}"/>
          </ac:grpSpMkLst>
        </pc:grpChg>
        <pc:grpChg chg="del mod">
          <ac:chgData name="mohammad prince" userId="bd62f109ccfcb41d" providerId="LiveId" clId="{01933BCA-3496-4C58-B766-19DDD1066A0E}" dt="2026-09-08T14:39:07.334" v="1858" actId="478"/>
          <ac:grpSpMkLst>
            <pc:docMk/>
            <pc:sldMk cId="1532138960" sldId="277"/>
            <ac:grpSpMk id="6" creationId="{CE72E96C-3A27-64DA-1631-058E41BF121F}"/>
          </ac:grpSpMkLst>
        </pc:grpChg>
        <pc:grpChg chg="del mod">
          <ac:chgData name="mohammad prince" userId="bd62f109ccfcb41d" providerId="LiveId" clId="{01933BCA-3496-4C58-B766-19DDD1066A0E}" dt="2026-09-08T14:41:42.258" v="1924" actId="478"/>
          <ac:grpSpMkLst>
            <pc:docMk/>
            <pc:sldMk cId="1532138960" sldId="277"/>
            <ac:grpSpMk id="40" creationId="{B79B1B8A-E751-357D-F59B-B2ABB48582C1}"/>
          </ac:grpSpMkLst>
        </pc:grpChg>
        <pc:grpChg chg="mod">
          <ac:chgData name="mohammad prince" userId="bd62f109ccfcb41d" providerId="LiveId" clId="{01933BCA-3496-4C58-B766-19DDD1066A0E}" dt="2026-09-08T20:40:36.132" v="3256" actId="1038"/>
          <ac:grpSpMkLst>
            <pc:docMk/>
            <pc:sldMk cId="1532138960" sldId="277"/>
            <ac:grpSpMk id="43" creationId="{8F4AC94C-0151-4B5E-6989-FFCECDEA5D14}"/>
          </ac:grpSpMkLst>
        </pc:grpChg>
        <pc:graphicFrameChg chg="del">
          <ac:chgData name="mohammad prince" userId="bd62f109ccfcb41d" providerId="LiveId" clId="{01933BCA-3496-4C58-B766-19DDD1066A0E}" dt="2026-09-08T14:39:05.007" v="1857" actId="478"/>
          <ac:graphicFrameMkLst>
            <pc:docMk/>
            <pc:sldMk cId="1532138960" sldId="277"/>
            <ac:graphicFrameMk id="47" creationId="{F118EBD8-7E74-091C-F90B-B2DD7E8A4851}"/>
          </ac:graphicFrameMkLst>
        </pc:graphicFrameChg>
      </pc:sldChg>
      <pc:sldChg chg="modSp add mod modTransition setBg modAnim">
        <pc:chgData name="mohammad prince" userId="bd62f109ccfcb41d" providerId="LiveId" clId="{01933BCA-3496-4C58-B766-19DDD1066A0E}" dt="2026-09-08T16:04:14.830" v="2434" actId="122"/>
        <pc:sldMkLst>
          <pc:docMk/>
          <pc:sldMk cId="1096838328" sldId="278"/>
        </pc:sldMkLst>
        <pc:spChg chg="mod">
          <ac:chgData name="mohammad prince" userId="bd62f109ccfcb41d" providerId="LiveId" clId="{01933BCA-3496-4C58-B766-19DDD1066A0E}" dt="2026-09-08T15:33:22.967" v="2078" actId="1037"/>
          <ac:spMkLst>
            <pc:docMk/>
            <pc:sldMk cId="1096838328" sldId="278"/>
            <ac:spMk id="4" creationId="{DD4A44E6-0D9C-D2C0-3C11-44069ACB7C1C}"/>
          </ac:spMkLst>
        </pc:spChg>
        <pc:spChg chg="mod">
          <ac:chgData name="mohammad prince" userId="bd62f109ccfcb41d" providerId="LiveId" clId="{01933BCA-3496-4C58-B766-19DDD1066A0E}" dt="2026-09-08T15:33:29.241" v="2088" actId="1035"/>
          <ac:spMkLst>
            <pc:docMk/>
            <pc:sldMk cId="1096838328" sldId="278"/>
            <ac:spMk id="5" creationId="{C9B35877-AFD1-9541-2868-7D028B978400}"/>
          </ac:spMkLst>
        </pc:spChg>
        <pc:spChg chg="mod">
          <ac:chgData name="mohammad prince" userId="bd62f109ccfcb41d" providerId="LiveId" clId="{01933BCA-3496-4C58-B766-19DDD1066A0E}" dt="2026-09-08T16:04:14.830" v="2434" actId="122"/>
          <ac:spMkLst>
            <pc:docMk/>
            <pc:sldMk cId="1096838328" sldId="278"/>
            <ac:spMk id="11" creationId="{4636EFEF-0196-530E-4C88-6EB0AB7E83F3}"/>
          </ac:spMkLst>
        </pc:spChg>
      </pc:sldChg>
      <pc:sldChg chg="addSp modSp add mod setBg">
        <pc:chgData name="mohammad prince" userId="bd62f109ccfcb41d" providerId="LiveId" clId="{01933BCA-3496-4C58-B766-19DDD1066A0E}" dt="2026-09-09T12:22:49.472" v="8502" actId="20577"/>
        <pc:sldMkLst>
          <pc:docMk/>
          <pc:sldMk cId="2879471617" sldId="279"/>
        </pc:sldMkLst>
        <pc:spChg chg="mod">
          <ac:chgData name="mohammad prince" userId="bd62f109ccfcb41d" providerId="LiveId" clId="{01933BCA-3496-4C58-B766-19DDD1066A0E}" dt="2026-09-08T20:22:09.280" v="2980" actId="1076"/>
          <ac:spMkLst>
            <pc:docMk/>
            <pc:sldMk cId="2879471617" sldId="279"/>
            <ac:spMk id="2" creationId="{35AB4623-4EFD-A439-D0D7-747C5A2EB8A1}"/>
          </ac:spMkLst>
        </pc:spChg>
        <pc:spChg chg="mod">
          <ac:chgData name="mohammad prince" userId="bd62f109ccfcb41d" providerId="LiveId" clId="{01933BCA-3496-4C58-B766-19DDD1066A0E}" dt="2026-09-08T16:01:56.354" v="2281" actId="1035"/>
          <ac:spMkLst>
            <pc:docMk/>
            <pc:sldMk cId="2879471617" sldId="279"/>
            <ac:spMk id="4" creationId="{80D4029D-89D0-2D83-1D53-C2D3EDBD24A1}"/>
          </ac:spMkLst>
        </pc:spChg>
        <pc:spChg chg="mod">
          <ac:chgData name="mohammad prince" userId="bd62f109ccfcb41d" providerId="LiveId" clId="{01933BCA-3496-4C58-B766-19DDD1066A0E}" dt="2026-09-08T16:02:03.773" v="2373" actId="1036"/>
          <ac:spMkLst>
            <pc:docMk/>
            <pc:sldMk cId="2879471617" sldId="279"/>
            <ac:spMk id="5" creationId="{34A395E5-7CA9-D091-B2AE-772C36DB1D95}"/>
          </ac:spMkLst>
        </pc:spChg>
        <pc:spChg chg="mod">
          <ac:chgData name="mohammad prince" userId="bd62f109ccfcb41d" providerId="LiveId" clId="{01933BCA-3496-4C58-B766-19DDD1066A0E}" dt="2026-09-08T16:02:16.033" v="2375"/>
          <ac:spMkLst>
            <pc:docMk/>
            <pc:sldMk cId="2879471617" sldId="279"/>
            <ac:spMk id="7" creationId="{D0B09060-A7F0-3EB3-244D-08EBF5627E30}"/>
          </ac:spMkLst>
        </pc:spChg>
        <pc:spChg chg="mod">
          <ac:chgData name="mohammad prince" userId="bd62f109ccfcb41d" providerId="LiveId" clId="{01933BCA-3496-4C58-B766-19DDD1066A0E}" dt="2026-09-08T16:02:16.033" v="2375"/>
          <ac:spMkLst>
            <pc:docMk/>
            <pc:sldMk cId="2879471617" sldId="279"/>
            <ac:spMk id="8" creationId="{CADEB4FF-F007-1B4A-CD1F-5D120E160031}"/>
          </ac:spMkLst>
        </pc:spChg>
        <pc:spChg chg="mod">
          <ac:chgData name="mohammad prince" userId="bd62f109ccfcb41d" providerId="LiveId" clId="{01933BCA-3496-4C58-B766-19DDD1066A0E}" dt="2026-09-09T12:22:49.472" v="8502" actId="20577"/>
          <ac:spMkLst>
            <pc:docMk/>
            <pc:sldMk cId="2879471617" sldId="279"/>
            <ac:spMk id="11" creationId="{DB2F50BF-56F9-53BB-0DA7-753AFFD86C3D}"/>
          </ac:spMkLst>
        </pc:spChg>
        <pc:grpChg chg="add mod">
          <ac:chgData name="mohammad prince" userId="bd62f109ccfcb41d" providerId="LiveId" clId="{01933BCA-3496-4C58-B766-19DDD1066A0E}" dt="2026-09-08T16:02:47.580" v="2395" actId="1035"/>
          <ac:grpSpMkLst>
            <pc:docMk/>
            <pc:sldMk cId="2879471617" sldId="279"/>
            <ac:grpSpMk id="6" creationId="{2068362C-D667-78CE-DD00-32457BBAB281}"/>
          </ac:grpSpMkLst>
        </pc:grpChg>
        <pc:grpChg chg="mod">
          <ac:chgData name="mohammad prince" userId="bd62f109ccfcb41d" providerId="LiveId" clId="{01933BCA-3496-4C58-B766-19DDD1066A0E}" dt="2026-09-08T20:22:09.280" v="2980" actId="1076"/>
          <ac:grpSpMkLst>
            <pc:docMk/>
            <pc:sldMk cId="2879471617" sldId="279"/>
            <ac:grpSpMk id="43" creationId="{54C876D5-9879-68D9-89B3-493BB98344D1}"/>
          </ac:grpSpMkLst>
        </pc:grpChg>
      </pc:sldChg>
      <pc:sldChg chg="addSp delSp modSp add mod setBg delAnim modAnim">
        <pc:chgData name="mohammad prince" userId="bd62f109ccfcb41d" providerId="LiveId" clId="{01933BCA-3496-4C58-B766-19DDD1066A0E}" dt="2026-09-08T21:44:46.960" v="5493" actId="21"/>
        <pc:sldMkLst>
          <pc:docMk/>
          <pc:sldMk cId="579291696" sldId="280"/>
        </pc:sldMkLst>
        <pc:spChg chg="mod">
          <ac:chgData name="mohammad prince" userId="bd62f109ccfcb41d" providerId="LiveId" clId="{01933BCA-3496-4C58-B766-19DDD1066A0E}" dt="2026-09-08T20:19:02.278" v="2935" actId="1035"/>
          <ac:spMkLst>
            <pc:docMk/>
            <pc:sldMk cId="579291696" sldId="280"/>
            <ac:spMk id="4" creationId="{3CD4CEB1-995D-CFD2-F568-867F2AD3A046}"/>
          </ac:spMkLst>
        </pc:spChg>
        <pc:spChg chg="mod">
          <ac:chgData name="mohammad prince" userId="bd62f109ccfcb41d" providerId="LiveId" clId="{01933BCA-3496-4C58-B766-19DDD1066A0E}" dt="2026-09-08T20:21:33.427" v="2979" actId="1037"/>
          <ac:spMkLst>
            <pc:docMk/>
            <pc:sldMk cId="579291696" sldId="280"/>
            <ac:spMk id="5" creationId="{6FA2D5CF-31CE-EF6A-22C0-8C5928101F79}"/>
          </ac:spMkLst>
        </pc:spChg>
        <pc:spChg chg="add del mod">
          <ac:chgData name="mohammad prince" userId="bd62f109ccfcb41d" providerId="LiveId" clId="{01933BCA-3496-4C58-B766-19DDD1066A0E}" dt="2026-09-08T21:44:46.960" v="5493" actId="21"/>
          <ac:spMkLst>
            <pc:docMk/>
            <pc:sldMk cId="579291696" sldId="280"/>
            <ac:spMk id="6" creationId="{CF200F53-B642-3D4B-A6E0-79CFBC6A4D5B}"/>
          </ac:spMkLst>
        </pc:spChg>
        <pc:spChg chg="mod">
          <ac:chgData name="mohammad prince" userId="bd62f109ccfcb41d" providerId="LiveId" clId="{01933BCA-3496-4C58-B766-19DDD1066A0E}" dt="2026-09-08T16:04:48.446" v="2440" actId="14100"/>
          <ac:spMkLst>
            <pc:docMk/>
            <pc:sldMk cId="579291696" sldId="280"/>
            <ac:spMk id="11" creationId="{160D11FB-30E2-33F3-53ED-F7D5356EDBA6}"/>
          </ac:spMkLst>
        </pc:spChg>
      </pc:sldChg>
      <pc:sldChg chg="modSp add mod ord setBg">
        <pc:chgData name="mohammad prince" userId="bd62f109ccfcb41d" providerId="LiveId" clId="{01933BCA-3496-4C58-B766-19DDD1066A0E}" dt="2026-09-08T21:48:57.435" v="5614" actId="552"/>
        <pc:sldMkLst>
          <pc:docMk/>
          <pc:sldMk cId="215739461" sldId="281"/>
        </pc:sldMkLst>
        <pc:spChg chg="mod">
          <ac:chgData name="mohammad prince" userId="bd62f109ccfcb41d" providerId="LiveId" clId="{01933BCA-3496-4C58-B766-19DDD1066A0E}" dt="2026-09-08T20:36:50.426" v="3143" actId="1038"/>
          <ac:spMkLst>
            <pc:docMk/>
            <pc:sldMk cId="215739461" sldId="281"/>
            <ac:spMk id="2" creationId="{A1373FAD-E0FD-5007-A4E4-FD12A9DE11A7}"/>
          </ac:spMkLst>
        </pc:spChg>
        <pc:spChg chg="mod">
          <ac:chgData name="mohammad prince" userId="bd62f109ccfcb41d" providerId="LiveId" clId="{01933BCA-3496-4C58-B766-19DDD1066A0E}" dt="2026-09-08T20:36:58.936" v="3180" actId="1036"/>
          <ac:spMkLst>
            <pc:docMk/>
            <pc:sldMk cId="215739461" sldId="281"/>
            <ac:spMk id="5" creationId="{A1D31F1E-2435-092C-4678-22E639DB4184}"/>
          </ac:spMkLst>
        </pc:spChg>
        <pc:spChg chg="mod">
          <ac:chgData name="mohammad prince" userId="bd62f109ccfcb41d" providerId="LiveId" clId="{01933BCA-3496-4C58-B766-19DDD1066A0E}" dt="2026-09-08T21:48:57.435" v="5614" actId="552"/>
          <ac:spMkLst>
            <pc:docMk/>
            <pc:sldMk cId="215739461" sldId="281"/>
            <ac:spMk id="11" creationId="{06582870-6692-5175-2FD3-D3E1F86B5C1B}"/>
          </ac:spMkLst>
        </pc:spChg>
        <pc:grpChg chg="mod">
          <ac:chgData name="mohammad prince" userId="bd62f109ccfcb41d" providerId="LiveId" clId="{01933BCA-3496-4C58-B766-19DDD1066A0E}" dt="2026-09-08T20:37:02.403" v="3182" actId="1036"/>
          <ac:grpSpMkLst>
            <pc:docMk/>
            <pc:sldMk cId="215739461" sldId="281"/>
            <ac:grpSpMk id="6" creationId="{ABEEF571-6C11-0A8B-0F40-F15D3370ADF4}"/>
          </ac:grpSpMkLst>
        </pc:grpChg>
        <pc:grpChg chg="mod">
          <ac:chgData name="mohammad prince" userId="bd62f109ccfcb41d" providerId="LiveId" clId="{01933BCA-3496-4C58-B766-19DDD1066A0E}" dt="2026-09-08T20:36:50.426" v="3143" actId="1038"/>
          <ac:grpSpMkLst>
            <pc:docMk/>
            <pc:sldMk cId="215739461" sldId="281"/>
            <ac:grpSpMk id="43" creationId="{8E06962F-DA83-A913-00BD-05D26543F86F}"/>
          </ac:grpSpMkLst>
        </pc:grpChg>
      </pc:sldChg>
      <pc:sldChg chg="modSp add mod setBg">
        <pc:chgData name="mohammad prince" userId="bd62f109ccfcb41d" providerId="LiveId" clId="{01933BCA-3496-4C58-B766-19DDD1066A0E}" dt="2026-09-08T20:33:41.801" v="3052"/>
        <pc:sldMkLst>
          <pc:docMk/>
          <pc:sldMk cId="1348685939" sldId="282"/>
        </pc:sldMkLst>
        <pc:spChg chg="mod">
          <ac:chgData name="mohammad prince" userId="bd62f109ccfcb41d" providerId="LiveId" clId="{01933BCA-3496-4C58-B766-19DDD1066A0E}" dt="2026-09-08T20:33:14.943" v="3049" actId="14100"/>
          <ac:spMkLst>
            <pc:docMk/>
            <pc:sldMk cId="1348685939" sldId="282"/>
            <ac:spMk id="11" creationId="{21CBD3D2-9758-7BAD-A53B-1256723E33CB}"/>
          </ac:spMkLst>
        </pc:spChg>
      </pc:sldChg>
      <pc:sldChg chg="add del setBg">
        <pc:chgData name="mohammad prince" userId="bd62f109ccfcb41d" providerId="LiveId" clId="{01933BCA-3496-4C58-B766-19DDD1066A0E}" dt="2026-09-08T22:23:30.710" v="7070" actId="47"/>
        <pc:sldMkLst>
          <pc:docMk/>
          <pc:sldMk cId="1590616332" sldId="283"/>
        </pc:sldMkLst>
      </pc:sldChg>
      <pc:sldChg chg="new del">
        <pc:chgData name="mohammad prince" userId="bd62f109ccfcb41d" providerId="LiveId" clId="{01933BCA-3496-4C58-B766-19DDD1066A0E}" dt="2026-09-08T20:41:57.940" v="3261" actId="47"/>
        <pc:sldMkLst>
          <pc:docMk/>
          <pc:sldMk cId="2792866800" sldId="284"/>
        </pc:sldMkLst>
      </pc:sldChg>
      <pc:sldChg chg="addSp delSp modSp add mod ord delAnim modAnim">
        <pc:chgData name="mohammad prince" userId="bd62f109ccfcb41d" providerId="LiveId" clId="{01933BCA-3496-4C58-B766-19DDD1066A0E}" dt="2026-09-08T22:01:31.970" v="6105" actId="12788"/>
        <pc:sldMkLst>
          <pc:docMk/>
          <pc:sldMk cId="3474041079" sldId="285"/>
        </pc:sldMkLst>
        <pc:spChg chg="add mod">
          <ac:chgData name="mohammad prince" userId="bd62f109ccfcb41d" providerId="LiveId" clId="{01933BCA-3496-4C58-B766-19DDD1066A0E}" dt="2026-09-08T20:57:54.682" v="3521" actId="164"/>
          <ac:spMkLst>
            <pc:docMk/>
            <pc:sldMk cId="3474041079" sldId="285"/>
            <ac:spMk id="10" creationId="{F7F0F932-E607-ED32-4B1C-BC27B7A26E90}"/>
          </ac:spMkLst>
        </pc:spChg>
        <pc:spChg chg="mod topLvl">
          <ac:chgData name="mohammad prince" userId="bd62f109ccfcb41d" providerId="LiveId" clId="{01933BCA-3496-4C58-B766-19DDD1066A0E}" dt="2026-09-08T21:59:55.225" v="6071" actId="403"/>
          <ac:spMkLst>
            <pc:docMk/>
            <pc:sldMk cId="3474041079" sldId="285"/>
            <ac:spMk id="12" creationId="{EBD7F273-3150-FD0F-1FB9-70B14F74340B}"/>
          </ac:spMkLst>
        </pc:spChg>
        <pc:spChg chg="del mod topLvl">
          <ac:chgData name="mohammad prince" userId="bd62f109ccfcb41d" providerId="LiveId" clId="{01933BCA-3496-4C58-B766-19DDD1066A0E}" dt="2026-09-08T20:49:09.342" v="3397" actId="478"/>
          <ac:spMkLst>
            <pc:docMk/>
            <pc:sldMk cId="3474041079" sldId="285"/>
            <ac:spMk id="13" creationId="{85A2A640-F93C-0E48-10CE-7F495E161DC1}"/>
          </ac:spMkLst>
        </pc:spChg>
        <pc:spChg chg="add del mod">
          <ac:chgData name="mohammad prince" userId="bd62f109ccfcb41d" providerId="LiveId" clId="{01933BCA-3496-4C58-B766-19DDD1066A0E}" dt="2026-09-08T20:49:13.423" v="3401" actId="478"/>
          <ac:spMkLst>
            <pc:docMk/>
            <pc:sldMk cId="3474041079" sldId="285"/>
            <ac:spMk id="14" creationId="{577A73DC-F584-B17E-22DA-E0BD9B1E0955}"/>
          </ac:spMkLst>
        </pc:spChg>
        <pc:spChg chg="add mod">
          <ac:chgData name="mohammad prince" userId="bd62f109ccfcb41d" providerId="LiveId" clId="{01933BCA-3496-4C58-B766-19DDD1066A0E}" dt="2026-09-08T20:49:16.715" v="3403" actId="767"/>
          <ac:spMkLst>
            <pc:docMk/>
            <pc:sldMk cId="3474041079" sldId="285"/>
            <ac:spMk id="15" creationId="{BA13A7C4-E93C-C3E0-DA2C-AA2EBBBFBAEB}"/>
          </ac:spMkLst>
        </pc:spChg>
        <pc:spChg chg="add del mod">
          <ac:chgData name="mohammad prince" userId="bd62f109ccfcb41d" providerId="LiveId" clId="{01933BCA-3496-4C58-B766-19DDD1066A0E}" dt="2026-09-08T20:49:26.007" v="3413" actId="478"/>
          <ac:spMkLst>
            <pc:docMk/>
            <pc:sldMk cId="3474041079" sldId="285"/>
            <ac:spMk id="16" creationId="{C2985857-329C-0E69-3666-46E4E40FAF61}"/>
          </ac:spMkLst>
        </pc:spChg>
        <pc:spChg chg="add mod">
          <ac:chgData name="mohammad prince" userId="bd62f109ccfcb41d" providerId="LiveId" clId="{01933BCA-3496-4C58-B766-19DDD1066A0E}" dt="2026-09-08T21:01:08.930" v="3550" actId="552"/>
          <ac:spMkLst>
            <pc:docMk/>
            <pc:sldMk cId="3474041079" sldId="285"/>
            <ac:spMk id="18" creationId="{D1DC1D68-BDE3-7075-1A3F-08211115133D}"/>
          </ac:spMkLst>
        </pc:spChg>
        <pc:spChg chg="add mod">
          <ac:chgData name="mohammad prince" userId="bd62f109ccfcb41d" providerId="LiveId" clId="{01933BCA-3496-4C58-B766-19DDD1066A0E}" dt="2026-09-08T22:00:29.560" v="6091" actId="164"/>
          <ac:spMkLst>
            <pc:docMk/>
            <pc:sldMk cId="3474041079" sldId="285"/>
            <ac:spMk id="22" creationId="{D7D228B7-CDD9-DE63-E50C-4DD377134453}"/>
          </ac:spMkLst>
        </pc:spChg>
        <pc:spChg chg="mod">
          <ac:chgData name="mohammad prince" userId="bd62f109ccfcb41d" providerId="LiveId" clId="{01933BCA-3496-4C58-B766-19DDD1066A0E}" dt="2026-09-08T20:42:19.911" v="3280" actId="20577"/>
          <ac:spMkLst>
            <pc:docMk/>
            <pc:sldMk cId="3474041079" sldId="285"/>
            <ac:spMk id="29" creationId="{FEF02E06-BA94-8815-BA3C-DFA947443165}"/>
          </ac:spMkLst>
        </pc:spChg>
        <pc:spChg chg="del mod">
          <ac:chgData name="mohammad prince" userId="bd62f109ccfcb41d" providerId="LiveId" clId="{01933BCA-3496-4C58-B766-19DDD1066A0E}" dt="2026-09-08T20:46:39.332" v="3354"/>
          <ac:spMkLst>
            <pc:docMk/>
            <pc:sldMk cId="3474041079" sldId="285"/>
            <ac:spMk id="30" creationId="{0F7BA9E2-EC2C-6155-36E3-5CE07266971E}"/>
          </ac:spMkLst>
        </pc:spChg>
        <pc:spChg chg="mod">
          <ac:chgData name="mohammad prince" userId="bd62f109ccfcb41d" providerId="LiveId" clId="{01933BCA-3496-4C58-B766-19DDD1066A0E}" dt="2026-09-08T20:57:50.012" v="3520" actId="948"/>
          <ac:spMkLst>
            <pc:docMk/>
            <pc:sldMk cId="3474041079" sldId="285"/>
            <ac:spMk id="52" creationId="{E9E3DB25-9C54-2837-5B61-A14545955E32}"/>
          </ac:spMkLst>
        </pc:spChg>
        <pc:spChg chg="mod">
          <ac:chgData name="mohammad prince" userId="bd62f109ccfcb41d" providerId="LiveId" clId="{01933BCA-3496-4C58-B766-19DDD1066A0E}" dt="2026-09-08T20:58:12.557" v="3523" actId="948"/>
          <ac:spMkLst>
            <pc:docMk/>
            <pc:sldMk cId="3474041079" sldId="285"/>
            <ac:spMk id="54" creationId="{955D7FD2-6265-6426-C7AC-AAABE7AC69E8}"/>
          </ac:spMkLst>
        </pc:spChg>
        <pc:grpChg chg="add del mod">
          <ac:chgData name="mohammad prince" userId="bd62f109ccfcb41d" providerId="LiveId" clId="{01933BCA-3496-4C58-B766-19DDD1066A0E}" dt="2026-09-08T20:49:09.342" v="3397" actId="478"/>
          <ac:grpSpMkLst>
            <pc:docMk/>
            <pc:sldMk cId="3474041079" sldId="285"/>
            <ac:grpSpMk id="11" creationId="{4B11D884-8820-A4E3-AF48-73A4CF7EAEAA}"/>
          </ac:grpSpMkLst>
        </pc:grpChg>
        <pc:grpChg chg="add mod">
          <ac:chgData name="mohammad prince" userId="bd62f109ccfcb41d" providerId="LiveId" clId="{01933BCA-3496-4C58-B766-19DDD1066A0E}" dt="2026-09-08T22:01:31.970" v="6105" actId="12788"/>
          <ac:grpSpMkLst>
            <pc:docMk/>
            <pc:sldMk cId="3474041079" sldId="285"/>
            <ac:grpSpMk id="19" creationId="{9BD3288B-F017-C85C-FF7A-42021B4C16E6}"/>
          </ac:grpSpMkLst>
        </pc:grpChg>
        <pc:grpChg chg="add mod">
          <ac:chgData name="mohammad prince" userId="bd62f109ccfcb41d" providerId="LiveId" clId="{01933BCA-3496-4C58-B766-19DDD1066A0E}" dt="2026-09-08T22:00:29.560" v="6091" actId="164"/>
          <ac:grpSpMkLst>
            <pc:docMk/>
            <pc:sldMk cId="3474041079" sldId="285"/>
            <ac:grpSpMk id="20" creationId="{237B9487-266B-D127-0A84-3FB12EE7052F}"/>
          </ac:grpSpMkLst>
        </pc:grpChg>
        <pc:grpChg chg="add mod">
          <ac:chgData name="mohammad prince" userId="bd62f109ccfcb41d" providerId="LiveId" clId="{01933BCA-3496-4C58-B766-19DDD1066A0E}" dt="2026-09-08T22:01:31.970" v="6105" actId="12788"/>
          <ac:grpSpMkLst>
            <pc:docMk/>
            <pc:sldMk cId="3474041079" sldId="285"/>
            <ac:grpSpMk id="23" creationId="{B7086F5F-3622-1F3C-C9E3-B82BFE2FF06B}"/>
          </ac:grpSpMkLst>
        </pc:grpChg>
        <pc:grpChg chg="mod">
          <ac:chgData name="mohammad prince" userId="bd62f109ccfcb41d" providerId="LiveId" clId="{01933BCA-3496-4C58-B766-19DDD1066A0E}" dt="2026-09-08T20:57:54.682" v="3521" actId="164"/>
          <ac:grpSpMkLst>
            <pc:docMk/>
            <pc:sldMk cId="3474041079" sldId="285"/>
            <ac:grpSpMk id="55" creationId="{A08011CB-2A36-E61A-7F7B-679A2A88C627}"/>
          </ac:grpSpMkLst>
        </pc:grpChg>
        <pc:graphicFrameChg chg="del">
          <ac:chgData name="mohammad prince" userId="bd62f109ccfcb41d" providerId="LiveId" clId="{01933BCA-3496-4C58-B766-19DDD1066A0E}" dt="2026-09-08T20:46:39.328" v="3352" actId="478"/>
          <ac:graphicFrameMkLst>
            <pc:docMk/>
            <pc:sldMk cId="3474041079" sldId="285"/>
            <ac:graphicFrameMk id="47" creationId="{F186D02D-C5E5-F4AA-298B-917ADC5F338A}"/>
          </ac:graphicFrameMkLst>
        </pc:graphicFrameChg>
      </pc:sldChg>
      <pc:sldChg chg="new del">
        <pc:chgData name="mohammad prince" userId="bd62f109ccfcb41d" providerId="LiveId" clId="{01933BCA-3496-4C58-B766-19DDD1066A0E}" dt="2026-09-08T21:00:10.353" v="3533" actId="47"/>
        <pc:sldMkLst>
          <pc:docMk/>
          <pc:sldMk cId="49513151" sldId="286"/>
        </pc:sldMkLst>
      </pc:sldChg>
      <pc:sldChg chg="addSp delSp modSp add mod ord modTransition delAnim modAnim">
        <pc:chgData name="mohammad prince" userId="bd62f109ccfcb41d" providerId="LiveId" clId="{01933BCA-3496-4C58-B766-19DDD1066A0E}" dt="2026-09-08T22:01:47.873" v="6108" actId="12788"/>
        <pc:sldMkLst>
          <pc:docMk/>
          <pc:sldMk cId="2617051224" sldId="287"/>
        </pc:sldMkLst>
        <pc:spChg chg="mod">
          <ac:chgData name="mohammad prince" userId="bd62f109ccfcb41d" providerId="LiveId" clId="{01933BCA-3496-4C58-B766-19DDD1066A0E}" dt="2026-09-08T21:10:34.988" v="4089" actId="1036"/>
          <ac:spMkLst>
            <pc:docMk/>
            <pc:sldMk cId="2617051224" sldId="287"/>
            <ac:spMk id="2" creationId="{E0AED358-A088-C88C-42B2-1EFC826211EA}"/>
          </ac:spMkLst>
        </pc:spChg>
        <pc:spChg chg="mod ord">
          <ac:chgData name="mohammad prince" userId="bd62f109ccfcb41d" providerId="LiveId" clId="{01933BCA-3496-4C58-B766-19DDD1066A0E}" dt="2026-09-08T21:10:17.131" v="4009" actId="1076"/>
          <ac:spMkLst>
            <pc:docMk/>
            <pc:sldMk cId="2617051224" sldId="287"/>
            <ac:spMk id="3" creationId="{39BD1FA7-400D-9AB6-EAAB-EBB69EAF700D}"/>
          </ac:spMkLst>
        </pc:spChg>
        <pc:spChg chg="add mod">
          <ac:chgData name="mohammad prince" userId="bd62f109ccfcb41d" providerId="LiveId" clId="{01933BCA-3496-4C58-B766-19DDD1066A0E}" dt="2026-09-08T21:09:18.493" v="3998" actId="164"/>
          <ac:spMkLst>
            <pc:docMk/>
            <pc:sldMk cId="2617051224" sldId="287"/>
            <ac:spMk id="11" creationId="{AB4BB5AE-62E5-C916-269C-BD19C98B7B5D}"/>
          </ac:spMkLst>
        </pc:spChg>
        <pc:spChg chg="mod">
          <ac:chgData name="mohammad prince" userId="bd62f109ccfcb41d" providerId="LiveId" clId="{01933BCA-3496-4C58-B766-19DDD1066A0E}" dt="2026-09-08T21:03:13.682" v="3649" actId="20577"/>
          <ac:spMkLst>
            <pc:docMk/>
            <pc:sldMk cId="2617051224" sldId="287"/>
            <ac:spMk id="12" creationId="{DC47C3DA-3FB2-C639-FDE7-413E30810E76}"/>
          </ac:spMkLst>
        </pc:spChg>
        <pc:spChg chg="add mod">
          <ac:chgData name="mohammad prince" userId="bd62f109ccfcb41d" providerId="LiveId" clId="{01933BCA-3496-4C58-B766-19DDD1066A0E}" dt="2026-09-08T21:09:18.493" v="3998" actId="164"/>
          <ac:spMkLst>
            <pc:docMk/>
            <pc:sldMk cId="2617051224" sldId="287"/>
            <ac:spMk id="14" creationId="{F84350DA-E280-C6C6-C1B4-024499E495B9}"/>
          </ac:spMkLst>
        </pc:spChg>
        <pc:spChg chg="mod">
          <ac:chgData name="mohammad prince" userId="bd62f109ccfcb41d" providerId="LiveId" clId="{01933BCA-3496-4C58-B766-19DDD1066A0E}" dt="2026-09-08T21:09:09.608" v="3996" actId="948"/>
          <ac:spMkLst>
            <pc:docMk/>
            <pc:sldMk cId="2617051224" sldId="287"/>
            <ac:spMk id="18" creationId="{D0E9F1D0-3B4D-D102-971B-99F6373255C5}"/>
          </ac:spMkLst>
        </pc:spChg>
        <pc:spChg chg="mod">
          <ac:chgData name="mohammad prince" userId="bd62f109ccfcb41d" providerId="LiveId" clId="{01933BCA-3496-4C58-B766-19DDD1066A0E}" dt="2026-09-08T21:00:24.282" v="3539" actId="20577"/>
          <ac:spMkLst>
            <pc:docMk/>
            <pc:sldMk cId="2617051224" sldId="287"/>
            <ac:spMk id="29" creationId="{048EA36E-7312-2F00-F78A-30CF5BDD10A4}"/>
          </ac:spMkLst>
        </pc:spChg>
        <pc:spChg chg="mod">
          <ac:chgData name="mohammad prince" userId="bd62f109ccfcb41d" providerId="LiveId" clId="{01933BCA-3496-4C58-B766-19DDD1066A0E}" dt="2026-09-08T21:10:24.884" v="4010" actId="34136"/>
          <ac:spMkLst>
            <pc:docMk/>
            <pc:sldMk cId="2617051224" sldId="287"/>
            <ac:spMk id="44" creationId="{51E7FEA0-7A4B-1B58-E7F2-EE0B7BDABE32}"/>
          </ac:spMkLst>
        </pc:spChg>
        <pc:spChg chg="mod">
          <ac:chgData name="mohammad prince" userId="bd62f109ccfcb41d" providerId="LiveId" clId="{01933BCA-3496-4C58-B766-19DDD1066A0E}" dt="2026-09-08T21:10:24.884" v="4010" actId="34136"/>
          <ac:spMkLst>
            <pc:docMk/>
            <pc:sldMk cId="2617051224" sldId="287"/>
            <ac:spMk id="45" creationId="{11F8415F-8BF9-8C80-C2FE-1E6D96C00699}"/>
          </ac:spMkLst>
        </pc:spChg>
        <pc:grpChg chg="add mod">
          <ac:chgData name="mohammad prince" userId="bd62f109ccfcb41d" providerId="LiveId" clId="{01933BCA-3496-4C58-B766-19DDD1066A0E}" dt="2026-09-08T22:01:47.873" v="6108" actId="12788"/>
          <ac:grpSpMkLst>
            <pc:docMk/>
            <pc:sldMk cId="2617051224" sldId="287"/>
            <ac:grpSpMk id="15" creationId="{B64455D1-49A2-3236-8783-D53AB6A48EA5}"/>
          </ac:grpSpMkLst>
        </pc:grpChg>
        <pc:grpChg chg="mod">
          <ac:chgData name="mohammad prince" userId="bd62f109ccfcb41d" providerId="LiveId" clId="{01933BCA-3496-4C58-B766-19DDD1066A0E}" dt="2026-09-08T22:01:47.873" v="6108" actId="12788"/>
          <ac:grpSpMkLst>
            <pc:docMk/>
            <pc:sldMk cId="2617051224" sldId="287"/>
            <ac:grpSpMk id="19" creationId="{2747BF83-DA82-B9F6-81DE-0FB7D053D33B}"/>
          </ac:grpSpMkLst>
        </pc:grpChg>
        <pc:grpChg chg="del">
          <ac:chgData name="mohammad prince" userId="bd62f109ccfcb41d" providerId="LiveId" clId="{01933BCA-3496-4C58-B766-19DDD1066A0E}" dt="2026-09-08T21:00:29.087" v="3540" actId="478"/>
          <ac:grpSpMkLst>
            <pc:docMk/>
            <pc:sldMk cId="2617051224" sldId="287"/>
            <ac:grpSpMk id="20" creationId="{5241F1BE-D849-D108-0779-4241459F7C9B}"/>
          </ac:grpSpMkLst>
        </pc:grpChg>
        <pc:grpChg chg="mod ord">
          <ac:chgData name="mohammad prince" userId="bd62f109ccfcb41d" providerId="LiveId" clId="{01933BCA-3496-4C58-B766-19DDD1066A0E}" dt="2026-09-08T21:09:58.126" v="4004" actId="1076"/>
          <ac:grpSpMkLst>
            <pc:docMk/>
            <pc:sldMk cId="2617051224" sldId="287"/>
            <ac:grpSpMk id="40" creationId="{F7135658-4924-D9D8-0325-D4AC7C0200F7}"/>
          </ac:grpSpMkLst>
        </pc:grpChg>
        <pc:grpChg chg="mod">
          <ac:chgData name="mohammad prince" userId="bd62f109ccfcb41d" providerId="LiveId" clId="{01933BCA-3496-4C58-B766-19DDD1066A0E}" dt="2026-09-08T21:10:42.730" v="4091" actId="1076"/>
          <ac:grpSpMkLst>
            <pc:docMk/>
            <pc:sldMk cId="2617051224" sldId="287"/>
            <ac:grpSpMk id="43" creationId="{68F1865F-3AA7-C0FA-D259-38B94CB1EED1}"/>
          </ac:grpSpMkLst>
        </pc:grpChg>
      </pc:sldChg>
      <pc:sldChg chg="addSp delSp modSp add mod ord delAnim modAnim">
        <pc:chgData name="mohammad prince" userId="bd62f109ccfcb41d" providerId="LiveId" clId="{01933BCA-3496-4C58-B766-19DDD1066A0E}" dt="2026-09-09T19:42:11.441" v="8622" actId="20577"/>
        <pc:sldMkLst>
          <pc:docMk/>
          <pc:sldMk cId="2572576795" sldId="288"/>
        </pc:sldMkLst>
        <pc:spChg chg="mod">
          <ac:chgData name="mohammad prince" userId="bd62f109ccfcb41d" providerId="LiveId" clId="{01933BCA-3496-4C58-B766-19DDD1066A0E}" dt="2026-09-08T21:13:17.327" v="4272" actId="1037"/>
          <ac:spMkLst>
            <pc:docMk/>
            <pc:sldMk cId="2572576795" sldId="288"/>
            <ac:spMk id="3" creationId="{737B2E46-54B9-6C41-4809-0AB1D7C8467D}"/>
          </ac:spMkLst>
        </pc:spChg>
        <pc:spChg chg="mod">
          <ac:chgData name="mohammad prince" userId="bd62f109ccfcb41d" providerId="LiveId" clId="{01933BCA-3496-4C58-B766-19DDD1066A0E}" dt="2026-09-08T21:13:37.547" v="4409" actId="1035"/>
          <ac:spMkLst>
            <pc:docMk/>
            <pc:sldMk cId="2572576795" sldId="288"/>
            <ac:spMk id="4" creationId="{4C50C226-4C42-0ADC-1E82-96A9A6215E6A}"/>
          </ac:spMkLst>
        </pc:spChg>
        <pc:spChg chg="add del mod">
          <ac:chgData name="mohammad prince" userId="bd62f109ccfcb41d" providerId="LiveId" clId="{01933BCA-3496-4C58-B766-19DDD1066A0E}" dt="2026-09-08T21:15:23.796" v="4464" actId="478"/>
          <ac:spMkLst>
            <pc:docMk/>
            <pc:sldMk cId="2572576795" sldId="288"/>
            <ac:spMk id="9" creationId="{CDFB5C87-906D-A034-99EB-F740ABD25F4E}"/>
          </ac:spMkLst>
        </pc:spChg>
        <pc:spChg chg="mod">
          <ac:chgData name="mohammad prince" userId="bd62f109ccfcb41d" providerId="LiveId" clId="{01933BCA-3496-4C58-B766-19DDD1066A0E}" dt="2026-09-08T21:58:49.125" v="6063" actId="120"/>
          <ac:spMkLst>
            <pc:docMk/>
            <pc:sldMk cId="2572576795" sldId="288"/>
            <ac:spMk id="12" creationId="{2415DF92-CC97-F53F-B504-5FDD85FFF675}"/>
          </ac:spMkLst>
        </pc:spChg>
        <pc:spChg chg="mod">
          <ac:chgData name="mohammad prince" userId="bd62f109ccfcb41d" providerId="LiveId" clId="{01933BCA-3496-4C58-B766-19DDD1066A0E}" dt="2026-09-08T21:58:52.596" v="6065" actId="120"/>
          <ac:spMkLst>
            <pc:docMk/>
            <pc:sldMk cId="2572576795" sldId="288"/>
            <ac:spMk id="13" creationId="{3E7EA73D-F5B2-C22F-8D47-48804F8AEF39}"/>
          </ac:spMkLst>
        </pc:spChg>
        <pc:spChg chg="mod">
          <ac:chgData name="mohammad prince" userId="bd62f109ccfcb41d" providerId="LiveId" clId="{01933BCA-3496-4C58-B766-19DDD1066A0E}" dt="2026-09-08T21:15:36.776" v="4475" actId="20577"/>
          <ac:spMkLst>
            <pc:docMk/>
            <pc:sldMk cId="2572576795" sldId="288"/>
            <ac:spMk id="16" creationId="{EF4C84AC-7A72-2F98-3B45-7CE057920322}"/>
          </ac:spMkLst>
        </pc:spChg>
        <pc:spChg chg="mod">
          <ac:chgData name="mohammad prince" userId="bd62f109ccfcb41d" providerId="LiveId" clId="{01933BCA-3496-4C58-B766-19DDD1066A0E}" dt="2026-09-09T19:42:11.441" v="8622" actId="20577"/>
          <ac:spMkLst>
            <pc:docMk/>
            <pc:sldMk cId="2572576795" sldId="288"/>
            <ac:spMk id="18" creationId="{36409110-66B9-561B-9806-D3CA656A445D}"/>
          </ac:spMkLst>
        </pc:spChg>
        <pc:spChg chg="mod">
          <ac:chgData name="mohammad prince" userId="bd62f109ccfcb41d" providerId="LiveId" clId="{01933BCA-3496-4C58-B766-19DDD1066A0E}" dt="2026-09-09T12:23:01.924" v="8520" actId="20577"/>
          <ac:spMkLst>
            <pc:docMk/>
            <pc:sldMk cId="2572576795" sldId="288"/>
            <ac:spMk id="29" creationId="{A977099D-98FE-0E65-CCC2-2257CD502C5A}"/>
          </ac:spMkLst>
        </pc:spChg>
        <pc:grpChg chg="add mod">
          <ac:chgData name="mohammad prince" userId="bd62f109ccfcb41d" providerId="LiveId" clId="{01933BCA-3496-4C58-B766-19DDD1066A0E}" dt="2026-09-08T21:15:33.405" v="4467" actId="1076"/>
          <ac:grpSpMkLst>
            <pc:docMk/>
            <pc:sldMk cId="2572576795" sldId="288"/>
            <ac:grpSpMk id="10" creationId="{F76188BA-38EE-6B91-8034-2212F77BA693}"/>
          </ac:grpSpMkLst>
        </pc:grpChg>
        <pc:grpChg chg="del">
          <ac:chgData name="mohammad prince" userId="bd62f109ccfcb41d" providerId="LiveId" clId="{01933BCA-3496-4C58-B766-19DDD1066A0E}" dt="2026-09-08T21:15:27.125" v="4465" actId="478"/>
          <ac:grpSpMkLst>
            <pc:docMk/>
            <pc:sldMk cId="2572576795" sldId="288"/>
            <ac:grpSpMk id="15" creationId="{EF24DC45-6C7E-93E8-4E3C-4FECA391F806}"/>
          </ac:grpSpMkLst>
        </pc:grpChg>
        <pc:grpChg chg="mod">
          <ac:chgData name="mohammad prince" userId="bd62f109ccfcb41d" providerId="LiveId" clId="{01933BCA-3496-4C58-B766-19DDD1066A0E}" dt="2026-09-08T21:13:42.865" v="4410" actId="1036"/>
          <ac:grpSpMkLst>
            <pc:docMk/>
            <pc:sldMk cId="2572576795" sldId="288"/>
            <ac:grpSpMk id="40" creationId="{43C278F1-7C84-B719-C698-3A54DE27538F}"/>
          </ac:grpSpMkLst>
        </pc:grpChg>
      </pc:sldChg>
      <pc:sldChg chg="addSp modSp new mod modTransition setBg modAnim">
        <pc:chgData name="mohammad prince" userId="bd62f109ccfcb41d" providerId="LiveId" clId="{01933BCA-3496-4C58-B766-19DDD1066A0E}" dt="2026-09-08T21:22:12.420" v="4697"/>
        <pc:sldMkLst>
          <pc:docMk/>
          <pc:sldMk cId="1251835071" sldId="289"/>
        </pc:sldMkLst>
        <pc:spChg chg="mod">
          <ac:chgData name="mohammad prince" userId="bd62f109ccfcb41d" providerId="LiveId" clId="{01933BCA-3496-4C58-B766-19DDD1066A0E}" dt="2026-09-08T21:17:43.397" v="4586"/>
          <ac:spMkLst>
            <pc:docMk/>
            <pc:sldMk cId="1251835071" sldId="289"/>
            <ac:spMk id="3" creationId="{6565E54E-58BE-4DBB-AE6C-43F14CBF86D4}"/>
          </ac:spMkLst>
        </pc:spChg>
        <pc:spChg chg="mod">
          <ac:chgData name="mohammad prince" userId="bd62f109ccfcb41d" providerId="LiveId" clId="{01933BCA-3496-4C58-B766-19DDD1066A0E}" dt="2026-09-08T21:17:43.397" v="4586"/>
          <ac:spMkLst>
            <pc:docMk/>
            <pc:sldMk cId="1251835071" sldId="289"/>
            <ac:spMk id="4" creationId="{0550C33F-10EB-70ED-75D7-3C6D4F1DC600}"/>
          </ac:spMkLst>
        </pc:spChg>
        <pc:spChg chg="add mod">
          <ac:chgData name="mohammad prince" userId="bd62f109ccfcb41d" providerId="LiveId" clId="{01933BCA-3496-4C58-B766-19DDD1066A0E}" dt="2026-09-08T21:20:44.478" v="4680" actId="14100"/>
          <ac:spMkLst>
            <pc:docMk/>
            <pc:sldMk cId="1251835071" sldId="289"/>
            <ac:spMk id="5" creationId="{E258A027-9B8F-0C4C-6186-4C345FF218FA}"/>
          </ac:spMkLst>
        </pc:spChg>
        <pc:grpChg chg="add mod">
          <ac:chgData name="mohammad prince" userId="bd62f109ccfcb41d" providerId="LiveId" clId="{01933BCA-3496-4C58-B766-19DDD1066A0E}" dt="2026-09-08T21:17:43.397" v="4586"/>
          <ac:grpSpMkLst>
            <pc:docMk/>
            <pc:sldMk cId="1251835071" sldId="289"/>
            <ac:grpSpMk id="2" creationId="{DBF5533D-1241-6914-BD6D-DA3D92871B5A}"/>
          </ac:grpSpMkLst>
        </pc:grpChg>
      </pc:sldChg>
      <pc:sldChg chg="addSp delSp modSp add mod ord delAnim modAnim">
        <pc:chgData name="mohammad prince" userId="bd62f109ccfcb41d" providerId="LiveId" clId="{01933BCA-3496-4C58-B766-19DDD1066A0E}" dt="2026-09-09T11:14:14.640" v="8102" actId="6549"/>
        <pc:sldMkLst>
          <pc:docMk/>
          <pc:sldMk cId="283717267" sldId="290"/>
        </pc:sldMkLst>
        <pc:spChg chg="mod">
          <ac:chgData name="mohammad prince" userId="bd62f109ccfcb41d" providerId="LiveId" clId="{01933BCA-3496-4C58-B766-19DDD1066A0E}" dt="2026-09-08T21:25:07.540" v="4898" actId="20577"/>
          <ac:spMkLst>
            <pc:docMk/>
            <pc:sldMk cId="283717267" sldId="290"/>
            <ac:spMk id="12" creationId="{E2602BFD-758D-BE4F-B5D7-2A168EED8747}"/>
          </ac:spMkLst>
        </pc:spChg>
        <pc:spChg chg="mod">
          <ac:chgData name="mohammad prince" userId="bd62f109ccfcb41d" providerId="LiveId" clId="{01933BCA-3496-4C58-B766-19DDD1066A0E}" dt="2026-09-08T21:24:29.878" v="4803" actId="14100"/>
          <ac:spMkLst>
            <pc:docMk/>
            <pc:sldMk cId="283717267" sldId="290"/>
            <ac:spMk id="18" creationId="{20B27668-B26D-8DA1-6325-5F4971161ACC}"/>
          </ac:spMkLst>
        </pc:spChg>
        <pc:spChg chg="add del mod">
          <ac:chgData name="mohammad prince" userId="bd62f109ccfcb41d" providerId="LiveId" clId="{01933BCA-3496-4C58-B766-19DDD1066A0E}" dt="2026-09-09T11:14:14.640" v="8102" actId="6549"/>
          <ac:spMkLst>
            <pc:docMk/>
            <pc:sldMk cId="283717267" sldId="290"/>
            <ac:spMk id="29" creationId="{E5BAECAD-E002-7BEC-C005-B6C031DE64B0}"/>
          </ac:spMkLst>
        </pc:spChg>
        <pc:grpChg chg="del">
          <ac:chgData name="mohammad prince" userId="bd62f109ccfcb41d" providerId="LiveId" clId="{01933BCA-3496-4C58-B766-19DDD1066A0E}" dt="2026-09-08T21:25:31.904" v="4899" actId="478"/>
          <ac:grpSpMkLst>
            <pc:docMk/>
            <pc:sldMk cId="283717267" sldId="290"/>
            <ac:grpSpMk id="10" creationId="{DE699544-2BF1-4D29-D974-EC65FAAD617E}"/>
          </ac:grpSpMkLst>
        </pc:grpChg>
        <pc:graphicFrameChg chg="add del mod modGraphic">
          <ac:chgData name="mohammad prince" userId="bd62f109ccfcb41d" providerId="LiveId" clId="{01933BCA-3496-4C58-B766-19DDD1066A0E}" dt="2026-09-08T21:26:14.888" v="4903" actId="478"/>
          <ac:graphicFrameMkLst>
            <pc:docMk/>
            <pc:sldMk cId="283717267" sldId="290"/>
            <ac:graphicFrameMk id="9" creationId="{9077FC7E-3DF9-A26F-604A-AA6F3C650AD5}"/>
          </ac:graphicFrameMkLst>
        </pc:graphicFrameChg>
        <pc:graphicFrameChg chg="add mod modGraphic">
          <ac:chgData name="mohammad prince" userId="bd62f109ccfcb41d" providerId="LiveId" clId="{01933BCA-3496-4C58-B766-19DDD1066A0E}" dt="2026-09-08T21:29:56.651" v="5020" actId="404"/>
          <ac:graphicFrameMkLst>
            <pc:docMk/>
            <pc:sldMk cId="283717267" sldId="290"/>
            <ac:graphicFrameMk id="11" creationId="{79C5374C-0325-072B-B4F5-03AC5984E663}"/>
          </ac:graphicFrameMkLst>
        </pc:graphicFrameChg>
      </pc:sldChg>
      <pc:sldChg chg="add del ord setBg">
        <pc:chgData name="mohammad prince" userId="bd62f109ccfcb41d" providerId="LiveId" clId="{01933BCA-3496-4C58-B766-19DDD1066A0E}" dt="2026-09-08T21:18:01.497" v="4591" actId="47"/>
        <pc:sldMkLst>
          <pc:docMk/>
          <pc:sldMk cId="4202825701" sldId="290"/>
        </pc:sldMkLst>
      </pc:sldChg>
      <pc:sldChg chg="new del">
        <pc:chgData name="mohammad prince" userId="bd62f109ccfcb41d" providerId="LiveId" clId="{01933BCA-3496-4C58-B766-19DDD1066A0E}" dt="2026-09-08T21:50:56.120" v="5664" actId="47"/>
        <pc:sldMkLst>
          <pc:docMk/>
          <pc:sldMk cId="4189570359" sldId="291"/>
        </pc:sldMkLst>
      </pc:sldChg>
      <pc:sldChg chg="modSp add del mod ord">
        <pc:chgData name="mohammad prince" userId="bd62f109ccfcb41d" providerId="LiveId" clId="{01933BCA-3496-4C58-B766-19DDD1066A0E}" dt="2026-09-08T21:50:53.066" v="5663" actId="47"/>
        <pc:sldMkLst>
          <pc:docMk/>
          <pc:sldMk cId="2141910862" sldId="292"/>
        </pc:sldMkLst>
        <pc:spChg chg="mod">
          <ac:chgData name="mohammad prince" userId="bd62f109ccfcb41d" providerId="LiveId" clId="{01933BCA-3496-4C58-B766-19DDD1066A0E}" dt="2026-09-08T21:37:52.381" v="5082" actId="20577"/>
          <ac:spMkLst>
            <pc:docMk/>
            <pc:sldMk cId="2141910862" sldId="292"/>
            <ac:spMk id="29" creationId="{6189C9AD-1E0D-1470-4D25-8DA236A21E50}"/>
          </ac:spMkLst>
        </pc:spChg>
      </pc:sldChg>
      <pc:sldChg chg="new del">
        <pc:chgData name="mohammad prince" userId="bd62f109ccfcb41d" providerId="LiveId" clId="{01933BCA-3496-4C58-B766-19DDD1066A0E}" dt="2026-09-08T21:38:07.248" v="5087" actId="47"/>
        <pc:sldMkLst>
          <pc:docMk/>
          <pc:sldMk cId="3132717264" sldId="293"/>
        </pc:sldMkLst>
      </pc:sldChg>
      <pc:sldChg chg="add del">
        <pc:chgData name="mohammad prince" userId="bd62f109ccfcb41d" providerId="LiveId" clId="{01933BCA-3496-4C58-B766-19DDD1066A0E}" dt="2026-09-08T21:38:01.092" v="5084" actId="2696"/>
        <pc:sldMkLst>
          <pc:docMk/>
          <pc:sldMk cId="3735865120" sldId="293"/>
        </pc:sldMkLst>
      </pc:sldChg>
      <pc:sldChg chg="addSp delSp modSp add mod modAnim">
        <pc:chgData name="mohammad prince" userId="bd62f109ccfcb41d" providerId="LiveId" clId="{01933BCA-3496-4C58-B766-19DDD1066A0E}" dt="2026-09-09T11:15:30.583" v="8104"/>
        <pc:sldMkLst>
          <pc:docMk/>
          <pc:sldMk cId="3281598952" sldId="294"/>
        </pc:sldMkLst>
        <pc:spChg chg="mod">
          <ac:chgData name="mohammad prince" userId="bd62f109ccfcb41d" providerId="LiveId" clId="{01933BCA-3496-4C58-B766-19DDD1066A0E}" dt="2026-09-08T21:41:29.273" v="5267" actId="1076"/>
          <ac:spMkLst>
            <pc:docMk/>
            <pc:sldMk cId="3281598952" sldId="294"/>
            <ac:spMk id="3" creationId="{1A91D401-02D1-9709-E043-C68E2E08B0C2}"/>
          </ac:spMkLst>
        </pc:spChg>
        <pc:spChg chg="mod topLvl">
          <ac:chgData name="mohammad prince" userId="bd62f109ccfcb41d" providerId="LiveId" clId="{01933BCA-3496-4C58-B766-19DDD1066A0E}" dt="2026-09-08T21:58:32.184" v="6059" actId="15"/>
          <ac:spMkLst>
            <pc:docMk/>
            <pc:sldMk cId="3281598952" sldId="294"/>
            <ac:spMk id="12" creationId="{1D7025AA-8D63-25D1-F639-96CF73FDA7E8}"/>
          </ac:spMkLst>
        </pc:spChg>
        <pc:spChg chg="mod topLvl">
          <ac:chgData name="mohammad prince" userId="bd62f109ccfcb41d" providerId="LiveId" clId="{01933BCA-3496-4C58-B766-19DDD1066A0E}" dt="2026-09-08T21:58:37.215" v="6061" actId="120"/>
          <ac:spMkLst>
            <pc:docMk/>
            <pc:sldMk cId="3281598952" sldId="294"/>
            <ac:spMk id="13" creationId="{BFD3F2FD-6349-9E42-AF03-F0BEEFA06CFB}"/>
          </ac:spMkLst>
        </pc:spChg>
        <pc:spChg chg="mod topLvl">
          <ac:chgData name="mohammad prince" userId="bd62f109ccfcb41d" providerId="LiveId" clId="{01933BCA-3496-4C58-B766-19DDD1066A0E}" dt="2026-09-08T21:50:39.015" v="5662" actId="338"/>
          <ac:spMkLst>
            <pc:docMk/>
            <pc:sldMk cId="3281598952" sldId="294"/>
            <ac:spMk id="16" creationId="{A1C287B1-521F-F086-DBAC-ABF5D37C4FE6}"/>
          </ac:spMkLst>
        </pc:spChg>
        <pc:spChg chg="mod topLvl">
          <ac:chgData name="mohammad prince" userId="bd62f109ccfcb41d" providerId="LiveId" clId="{01933BCA-3496-4C58-B766-19DDD1066A0E}" dt="2026-09-08T21:51:11.685" v="5665" actId="14100"/>
          <ac:spMkLst>
            <pc:docMk/>
            <pc:sldMk cId="3281598952" sldId="294"/>
            <ac:spMk id="18" creationId="{AD0F4A0B-6786-51C1-EBD5-EE67EAFDE921}"/>
          </ac:spMkLst>
        </pc:spChg>
        <pc:spChg chg="mod">
          <ac:chgData name="mohammad prince" userId="bd62f109ccfcb41d" providerId="LiveId" clId="{01933BCA-3496-4C58-B766-19DDD1066A0E}" dt="2026-09-08T21:38:14.446" v="5088"/>
          <ac:spMkLst>
            <pc:docMk/>
            <pc:sldMk cId="3281598952" sldId="294"/>
            <ac:spMk id="29" creationId="{BBE63BDC-4DD5-006D-9D6E-240A39B793C2}"/>
          </ac:spMkLst>
        </pc:spChg>
        <pc:grpChg chg="add mod">
          <ac:chgData name="mohammad prince" userId="bd62f109ccfcb41d" providerId="LiveId" clId="{01933BCA-3496-4C58-B766-19DDD1066A0E}" dt="2026-09-08T21:50:26.091" v="5661" actId="164"/>
          <ac:grpSpMkLst>
            <pc:docMk/>
            <pc:sldMk cId="3281598952" sldId="294"/>
            <ac:grpSpMk id="9" creationId="{4810227F-6278-95C5-03BE-1B20794E8F9C}"/>
          </ac:grpSpMkLst>
        </pc:grpChg>
        <pc:grpChg chg="del mod">
          <ac:chgData name="mohammad prince" userId="bd62f109ccfcb41d" providerId="LiveId" clId="{01933BCA-3496-4C58-B766-19DDD1066A0E}" dt="2026-09-08T21:45:50.862" v="5525" actId="165"/>
          <ac:grpSpMkLst>
            <pc:docMk/>
            <pc:sldMk cId="3281598952" sldId="294"/>
            <ac:grpSpMk id="10" creationId="{971BE7D1-F665-DB44-BED4-C605A8AE5779}"/>
          </ac:grpSpMkLst>
        </pc:grpChg>
        <pc:grpChg chg="add mod">
          <ac:chgData name="mohammad prince" userId="bd62f109ccfcb41d" providerId="LiveId" clId="{01933BCA-3496-4C58-B766-19DDD1066A0E}" dt="2026-09-08T21:50:39.015" v="5662" actId="338"/>
          <ac:grpSpMkLst>
            <pc:docMk/>
            <pc:sldMk cId="3281598952" sldId="294"/>
            <ac:grpSpMk id="11" creationId="{9FFDEDB1-6F5F-1AB6-8C8B-42B78B40006F}"/>
          </ac:grpSpMkLst>
        </pc:grpChg>
        <pc:grpChg chg="del mod">
          <ac:chgData name="mohammad prince" userId="bd62f109ccfcb41d" providerId="LiveId" clId="{01933BCA-3496-4C58-B766-19DDD1066A0E}" dt="2026-09-08T21:50:14.556" v="5659" actId="165"/>
          <ac:grpSpMkLst>
            <pc:docMk/>
            <pc:sldMk cId="3281598952" sldId="294"/>
            <ac:grpSpMk id="19" creationId="{05B62E43-B89A-2109-D8BF-F3C2F5A3653A}"/>
          </ac:grpSpMkLst>
        </pc:grpChg>
      </pc:sldChg>
      <pc:sldChg chg="addSp modSp new del mod setBg modAnim">
        <pc:chgData name="mohammad prince" userId="bd62f109ccfcb41d" providerId="LiveId" clId="{01933BCA-3496-4C58-B766-19DDD1066A0E}" dt="2026-09-09T12:20:45.776" v="8473" actId="2696"/>
        <pc:sldMkLst>
          <pc:docMk/>
          <pc:sldMk cId="996313376" sldId="295"/>
        </pc:sldMkLst>
        <pc:spChg chg="add mod">
          <ac:chgData name="mohammad prince" userId="bd62f109ccfcb41d" providerId="LiveId" clId="{01933BCA-3496-4C58-B766-19DDD1066A0E}" dt="2026-09-08T21:45:15.286" v="5521" actId="14100"/>
          <ac:spMkLst>
            <pc:docMk/>
            <pc:sldMk cId="996313376" sldId="295"/>
            <ac:spMk id="6" creationId="{CF200F53-B642-3D4B-A6E0-79CFBC6A4D5B}"/>
          </ac:spMkLst>
        </pc:spChg>
      </pc:sldChg>
      <pc:sldChg chg="add ord setBg">
        <pc:chgData name="mohammad prince" userId="bd62f109ccfcb41d" providerId="LiveId" clId="{01933BCA-3496-4C58-B766-19DDD1066A0E}" dt="2026-09-09T12:31:01.053" v="8524"/>
        <pc:sldMkLst>
          <pc:docMk/>
          <pc:sldMk cId="1453041984" sldId="295"/>
        </pc:sldMkLst>
      </pc:sldChg>
      <pc:sldChg chg="addSp delSp modSp add del mod ord modAnim">
        <pc:chgData name="mohammad prince" userId="bd62f109ccfcb41d" providerId="LiveId" clId="{01933BCA-3496-4C58-B766-19DDD1066A0E}" dt="2026-09-09T12:03:43.954" v="8469" actId="2696"/>
        <pc:sldMkLst>
          <pc:docMk/>
          <pc:sldMk cId="1106800671" sldId="296"/>
        </pc:sldMkLst>
        <pc:spChg chg="mod topLvl">
          <ac:chgData name="mohammad prince" userId="bd62f109ccfcb41d" providerId="LiveId" clId="{01933BCA-3496-4C58-B766-19DDD1066A0E}" dt="2026-09-08T22:03:08.162" v="6200" actId="164"/>
          <ac:spMkLst>
            <pc:docMk/>
            <pc:sldMk cId="1106800671" sldId="296"/>
            <ac:spMk id="12" creationId="{440CAADD-2A32-0848-19FD-15F64CB97231}"/>
          </ac:spMkLst>
        </pc:spChg>
        <pc:spChg chg="mod">
          <ac:chgData name="mohammad prince" userId="bd62f109ccfcb41d" providerId="LiveId" clId="{01933BCA-3496-4C58-B766-19DDD1066A0E}" dt="2026-09-08T21:58:06.287" v="6048" actId="15"/>
          <ac:spMkLst>
            <pc:docMk/>
            <pc:sldMk cId="1106800671" sldId="296"/>
            <ac:spMk id="13" creationId="{0AB637EA-33E5-B5BC-F32D-6915945FF993}"/>
          </ac:spMkLst>
        </pc:spChg>
        <pc:spChg chg="mod">
          <ac:chgData name="mohammad prince" userId="bd62f109ccfcb41d" providerId="LiveId" clId="{01933BCA-3496-4C58-B766-19DDD1066A0E}" dt="2026-09-08T22:12:25.714" v="6735" actId="14100"/>
          <ac:spMkLst>
            <pc:docMk/>
            <pc:sldMk cId="1106800671" sldId="296"/>
            <ac:spMk id="15" creationId="{E8743341-BB6C-D361-CDE3-C00DA4C31748}"/>
          </ac:spMkLst>
        </pc:spChg>
        <pc:spChg chg="mod">
          <ac:chgData name="mohammad prince" userId="bd62f109ccfcb41d" providerId="LiveId" clId="{01933BCA-3496-4C58-B766-19DDD1066A0E}" dt="2026-09-08T22:04:42.331" v="6218" actId="20577"/>
          <ac:spMkLst>
            <pc:docMk/>
            <pc:sldMk cId="1106800671" sldId="296"/>
            <ac:spMk id="16" creationId="{6A3886E4-DA2C-0A85-6FE2-00C2E843C26D}"/>
          </ac:spMkLst>
        </pc:spChg>
        <pc:spChg chg="mod">
          <ac:chgData name="mohammad prince" userId="bd62f109ccfcb41d" providerId="LiveId" clId="{01933BCA-3496-4C58-B766-19DDD1066A0E}" dt="2026-09-08T22:05:45.108" v="6250" actId="14100"/>
          <ac:spMkLst>
            <pc:docMk/>
            <pc:sldMk cId="1106800671" sldId="296"/>
            <ac:spMk id="17" creationId="{E687574F-FE63-2532-C1F0-D4CB35A6C776}"/>
          </ac:spMkLst>
        </pc:spChg>
        <pc:spChg chg="mod topLvl">
          <ac:chgData name="mohammad prince" userId="bd62f109ccfcb41d" providerId="LiveId" clId="{01933BCA-3496-4C58-B766-19DDD1066A0E}" dt="2026-09-09T09:15:28.444" v="7557" actId="20577"/>
          <ac:spMkLst>
            <pc:docMk/>
            <pc:sldMk cId="1106800671" sldId="296"/>
            <ac:spMk id="18" creationId="{4FBA8696-35AB-28F0-B015-6DBF0F9DC5FB}"/>
          </ac:spMkLst>
        </pc:spChg>
        <pc:spChg chg="mod">
          <ac:chgData name="mohammad prince" userId="bd62f109ccfcb41d" providerId="LiveId" clId="{01933BCA-3496-4C58-B766-19DDD1066A0E}" dt="2026-09-08T22:12:44.990" v="6745" actId="20577"/>
          <ac:spMkLst>
            <pc:docMk/>
            <pc:sldMk cId="1106800671" sldId="296"/>
            <ac:spMk id="29" creationId="{EF74526D-4AC6-1DC6-8D6B-D922D611A48E}"/>
          </ac:spMkLst>
        </pc:spChg>
        <pc:grpChg chg="del">
          <ac:chgData name="mohammad prince" userId="bd62f109ccfcb41d" providerId="LiveId" clId="{01933BCA-3496-4C58-B766-19DDD1066A0E}" dt="2026-09-08T21:57:50.830" v="6043" actId="165"/>
          <ac:grpSpMkLst>
            <pc:docMk/>
            <pc:sldMk cId="1106800671" sldId="296"/>
            <ac:grpSpMk id="9" creationId="{20255817-02D5-2A1F-DE0A-948B152BE32D}"/>
          </ac:grpSpMkLst>
        </pc:grpChg>
        <pc:grpChg chg="add mod">
          <ac:chgData name="mohammad prince" userId="bd62f109ccfcb41d" providerId="LiveId" clId="{01933BCA-3496-4C58-B766-19DDD1066A0E}" dt="2026-09-08T22:05:28.857" v="6237" actId="1035"/>
          <ac:grpSpMkLst>
            <pc:docMk/>
            <pc:sldMk cId="1106800671" sldId="296"/>
            <ac:grpSpMk id="10" creationId="{F1BA0269-810C-8B03-2987-7882C7608381}"/>
          </ac:grpSpMkLst>
        </pc:grpChg>
        <pc:grpChg chg="del mod">
          <ac:chgData name="mohammad prince" userId="bd62f109ccfcb41d" providerId="LiveId" clId="{01933BCA-3496-4C58-B766-19DDD1066A0E}" dt="2026-09-08T22:05:03.887" v="6219" actId="478"/>
          <ac:grpSpMkLst>
            <pc:docMk/>
            <pc:sldMk cId="1106800671" sldId="296"/>
            <ac:grpSpMk id="11" creationId="{9CE7FA52-333B-51D5-4FDD-4EC76F46815A}"/>
          </ac:grpSpMkLst>
        </pc:grpChg>
        <pc:grpChg chg="add mod">
          <ac:chgData name="mohammad prince" userId="bd62f109ccfcb41d" providerId="LiveId" clId="{01933BCA-3496-4C58-B766-19DDD1066A0E}" dt="2026-09-08T22:05:34.027" v="6239" actId="1076"/>
          <ac:grpSpMkLst>
            <pc:docMk/>
            <pc:sldMk cId="1106800671" sldId="296"/>
            <ac:grpSpMk id="14" creationId="{4A19782B-5C01-4A7D-E260-23B05BC8C198}"/>
          </ac:grpSpMkLst>
        </pc:grpChg>
        <pc:graphicFrameChg chg="add del mod modGraphic">
          <ac:chgData name="mohammad prince" userId="bd62f109ccfcb41d" providerId="LiveId" clId="{01933BCA-3496-4C58-B766-19DDD1066A0E}" dt="2026-09-08T22:10:08.671" v="6597" actId="478"/>
          <ac:graphicFrameMkLst>
            <pc:docMk/>
            <pc:sldMk cId="1106800671" sldId="296"/>
            <ac:graphicFrameMk id="19" creationId="{C5E567D6-81F7-FE06-D960-F1F7616B71D1}"/>
          </ac:graphicFrameMkLst>
        </pc:graphicFrameChg>
      </pc:sldChg>
      <pc:sldChg chg="add">
        <pc:chgData name="mohammad prince" userId="bd62f109ccfcb41d" providerId="LiveId" clId="{01933BCA-3496-4C58-B766-19DDD1066A0E}" dt="2026-09-09T12:03:50.107" v="8471"/>
        <pc:sldMkLst>
          <pc:docMk/>
          <pc:sldMk cId="2145611147" sldId="296"/>
        </pc:sldMkLst>
      </pc:sldChg>
      <pc:sldChg chg="new del">
        <pc:chgData name="mohammad prince" userId="bd62f109ccfcb41d" providerId="LiveId" clId="{01933BCA-3496-4C58-B766-19DDD1066A0E}" dt="2026-09-08T22:13:00.167" v="6748" actId="47"/>
        <pc:sldMkLst>
          <pc:docMk/>
          <pc:sldMk cId="3052222335" sldId="297"/>
        </pc:sldMkLst>
      </pc:sldChg>
      <pc:sldChg chg="addSp delSp modSp add del mod modAnim">
        <pc:chgData name="mohammad prince" userId="bd62f109ccfcb41d" providerId="LiveId" clId="{01933BCA-3496-4C58-B766-19DDD1066A0E}" dt="2026-09-09T12:36:49.592" v="8525" actId="2696"/>
        <pc:sldMkLst>
          <pc:docMk/>
          <pc:sldMk cId="341161063" sldId="298"/>
        </pc:sldMkLst>
        <pc:spChg chg="add del mod">
          <ac:chgData name="mohammad prince" userId="bd62f109ccfcb41d" providerId="LiveId" clId="{01933BCA-3496-4C58-B766-19DDD1066A0E}" dt="2026-09-08T22:15:51.040" v="6977" actId="478"/>
          <ac:spMkLst>
            <pc:docMk/>
            <pc:sldMk cId="341161063" sldId="298"/>
            <ac:spMk id="9" creationId="{B46FE8E5-4C95-5EF2-327D-FD2971DCAD43}"/>
          </ac:spMkLst>
        </pc:spChg>
        <pc:spChg chg="mod">
          <ac:chgData name="mohammad prince" userId="bd62f109ccfcb41d" providerId="LiveId" clId="{01933BCA-3496-4C58-B766-19DDD1066A0E}" dt="2026-09-08T22:14:14.268" v="6922" actId="14100"/>
          <ac:spMkLst>
            <pc:docMk/>
            <pc:sldMk cId="341161063" sldId="298"/>
            <ac:spMk id="12" creationId="{35CEE21E-7AB1-DEAB-A8F8-6A6E41530591}"/>
          </ac:spMkLst>
        </pc:spChg>
        <pc:spChg chg="mod topLvl">
          <ac:chgData name="mohammad prince" userId="bd62f109ccfcb41d" providerId="LiveId" clId="{01933BCA-3496-4C58-B766-19DDD1066A0E}" dt="2026-09-08T22:18:51.821" v="7020" actId="552"/>
          <ac:spMkLst>
            <pc:docMk/>
            <pc:sldMk cId="341161063" sldId="298"/>
            <ac:spMk id="15" creationId="{CD2BED24-874C-405D-312F-D602B0B316AC}"/>
          </ac:spMkLst>
        </pc:spChg>
        <pc:spChg chg="mod topLvl">
          <ac:chgData name="mohammad prince" userId="bd62f109ccfcb41d" providerId="LiveId" clId="{01933BCA-3496-4C58-B766-19DDD1066A0E}" dt="2026-09-08T22:19:29.997" v="7022" actId="20577"/>
          <ac:spMkLst>
            <pc:docMk/>
            <pc:sldMk cId="341161063" sldId="298"/>
            <ac:spMk id="17" creationId="{E7D18A34-50DC-CEAD-D05E-0F45F1D30868}"/>
          </ac:spMkLst>
        </pc:spChg>
        <pc:spChg chg="mod">
          <ac:chgData name="mohammad prince" userId="bd62f109ccfcb41d" providerId="LiveId" clId="{01933BCA-3496-4C58-B766-19DDD1066A0E}" dt="2026-09-09T10:52:53.046" v="7758" actId="20577"/>
          <ac:spMkLst>
            <pc:docMk/>
            <pc:sldMk cId="341161063" sldId="298"/>
            <ac:spMk id="18" creationId="{4AE4334F-1412-405E-E991-D6A66E586821}"/>
          </ac:spMkLst>
        </pc:spChg>
        <pc:spChg chg="mod">
          <ac:chgData name="mohammad prince" userId="bd62f109ccfcb41d" providerId="LiveId" clId="{01933BCA-3496-4C58-B766-19DDD1066A0E}" dt="2026-09-08T22:13:08.681" v="6758" actId="20577"/>
          <ac:spMkLst>
            <pc:docMk/>
            <pc:sldMk cId="341161063" sldId="298"/>
            <ac:spMk id="29" creationId="{A35E9D35-CD95-2E5E-EB52-7C424BEBA99F}"/>
          </ac:spMkLst>
        </pc:spChg>
        <pc:grpChg chg="add mod">
          <ac:chgData name="mohammad prince" userId="bd62f109ccfcb41d" providerId="LiveId" clId="{01933BCA-3496-4C58-B766-19DDD1066A0E}" dt="2026-09-08T22:17:52.095" v="7011" actId="164"/>
          <ac:grpSpMkLst>
            <pc:docMk/>
            <pc:sldMk cId="341161063" sldId="298"/>
            <ac:grpSpMk id="11" creationId="{EE2A07FF-C974-2D2B-8F73-284FEEE39443}"/>
          </ac:grpSpMkLst>
        </pc:grpChg>
        <pc:grpChg chg="del mod">
          <ac:chgData name="mohammad prince" userId="bd62f109ccfcb41d" providerId="LiveId" clId="{01933BCA-3496-4C58-B766-19DDD1066A0E}" dt="2026-09-08T22:17:28.642" v="7007" actId="165"/>
          <ac:grpSpMkLst>
            <pc:docMk/>
            <pc:sldMk cId="341161063" sldId="298"/>
            <ac:grpSpMk id="14" creationId="{685857BF-B958-FB0B-2A54-11CF94ECD8B3}"/>
          </ac:grpSpMkLst>
        </pc:grpChg>
      </pc:sldChg>
      <pc:sldChg chg="add">
        <pc:chgData name="mohammad prince" userId="bd62f109ccfcb41d" providerId="LiveId" clId="{01933BCA-3496-4C58-B766-19DDD1066A0E}" dt="2026-09-09T12:36:53.580" v="8527"/>
        <pc:sldMkLst>
          <pc:docMk/>
          <pc:sldMk cId="531819220" sldId="298"/>
        </pc:sldMkLst>
      </pc:sldChg>
      <pc:sldChg chg="new del">
        <pc:chgData name="mohammad prince" userId="bd62f109ccfcb41d" providerId="LiveId" clId="{01933BCA-3496-4C58-B766-19DDD1066A0E}" dt="2026-09-08T22:35:40.793" v="7488" actId="47"/>
        <pc:sldMkLst>
          <pc:docMk/>
          <pc:sldMk cId="609824004" sldId="299"/>
        </pc:sldMkLst>
      </pc:sldChg>
      <pc:sldChg chg="delSp modSp add del mod delAnim">
        <pc:chgData name="mohammad prince" userId="bd62f109ccfcb41d" providerId="LiveId" clId="{01933BCA-3496-4C58-B766-19DDD1066A0E}" dt="2026-09-08T22:35:39.143" v="7487" actId="47"/>
        <pc:sldMkLst>
          <pc:docMk/>
          <pc:sldMk cId="4157816172" sldId="300"/>
        </pc:sldMkLst>
        <pc:spChg chg="del mod">
          <ac:chgData name="mohammad prince" userId="bd62f109ccfcb41d" providerId="LiveId" clId="{01933BCA-3496-4C58-B766-19DDD1066A0E}" dt="2026-09-08T22:22:56.035" v="7044" actId="478"/>
          <ac:spMkLst>
            <pc:docMk/>
            <pc:sldMk cId="4157816172" sldId="300"/>
            <ac:spMk id="11" creationId="{1ECBF819-5C70-DE0F-A2E5-818EEDAD3DCB}"/>
          </ac:spMkLst>
        </pc:spChg>
      </pc:sldChg>
      <pc:sldChg chg="modSp add mod setBg">
        <pc:chgData name="mohammad prince" userId="bd62f109ccfcb41d" providerId="LiveId" clId="{01933BCA-3496-4C58-B766-19DDD1066A0E}" dt="2026-09-08T22:24:44.453" v="7075"/>
        <pc:sldMkLst>
          <pc:docMk/>
          <pc:sldMk cId="681348843" sldId="301"/>
        </pc:sldMkLst>
        <pc:spChg chg="mod">
          <ac:chgData name="mohammad prince" userId="bd62f109ccfcb41d" providerId="LiveId" clId="{01933BCA-3496-4C58-B766-19DDD1066A0E}" dt="2026-09-08T22:23:24.658" v="7069" actId="20577"/>
          <ac:spMkLst>
            <pc:docMk/>
            <pc:sldMk cId="681348843" sldId="301"/>
            <ac:spMk id="11" creationId="{1943FC81-4ECB-E63A-A417-90C5B943B6D4}"/>
          </ac:spMkLst>
        </pc:spChg>
      </pc:sldChg>
      <pc:sldChg chg="addSp delSp modSp add mod modAnim">
        <pc:chgData name="mohammad prince" userId="bd62f109ccfcb41d" providerId="LiveId" clId="{01933BCA-3496-4C58-B766-19DDD1066A0E}" dt="2026-09-09T12:53:56.070" v="8606" actId="20577"/>
        <pc:sldMkLst>
          <pc:docMk/>
          <pc:sldMk cId="2744229656" sldId="302"/>
        </pc:sldMkLst>
        <pc:spChg chg="mod">
          <ac:chgData name="mohammad prince" userId="bd62f109ccfcb41d" providerId="LiveId" clId="{01933BCA-3496-4C58-B766-19DDD1066A0E}" dt="2026-09-09T11:19:23.717" v="8214" actId="1036"/>
          <ac:spMkLst>
            <pc:docMk/>
            <pc:sldMk cId="2744229656" sldId="302"/>
            <ac:spMk id="2" creationId="{1B9033F1-1975-4E31-0750-CB5442240673}"/>
          </ac:spMkLst>
        </pc:spChg>
        <pc:spChg chg="mod">
          <ac:chgData name="mohammad prince" userId="bd62f109ccfcb41d" providerId="LiveId" clId="{01933BCA-3496-4C58-B766-19DDD1066A0E}" dt="2026-09-09T11:05:03.208" v="7829" actId="34136"/>
          <ac:spMkLst>
            <pc:docMk/>
            <pc:sldMk cId="2744229656" sldId="302"/>
            <ac:spMk id="4" creationId="{4A2102A6-B847-DA0A-51CB-D6BFEB9E9647}"/>
          </ac:spMkLst>
        </pc:spChg>
        <pc:spChg chg="mod">
          <ac:chgData name="mohammad prince" userId="bd62f109ccfcb41d" providerId="LiveId" clId="{01933BCA-3496-4C58-B766-19DDD1066A0E}" dt="2026-09-09T11:05:03.208" v="7829" actId="34136"/>
          <ac:spMkLst>
            <pc:docMk/>
            <pc:sldMk cId="2744229656" sldId="302"/>
            <ac:spMk id="5" creationId="{408EBBCF-A7FD-0EEF-3F86-69F3A213DFB3}"/>
          </ac:spMkLst>
        </pc:spChg>
        <pc:spChg chg="mod">
          <ac:chgData name="mohammad prince" userId="bd62f109ccfcb41d" providerId="LiveId" clId="{01933BCA-3496-4C58-B766-19DDD1066A0E}" dt="2026-09-08T22:34:32.519" v="7479" actId="14100"/>
          <ac:spMkLst>
            <pc:docMk/>
            <pc:sldMk cId="2744229656" sldId="302"/>
            <ac:spMk id="12" creationId="{C0901A13-7E85-B38B-9CF3-201D314BADBB}"/>
          </ac:spMkLst>
        </pc:spChg>
        <pc:spChg chg="mod">
          <ac:chgData name="mohammad prince" userId="bd62f109ccfcb41d" providerId="LiveId" clId="{01933BCA-3496-4C58-B766-19DDD1066A0E}" dt="2026-09-08T22:31:22.331" v="7286" actId="20577"/>
          <ac:spMkLst>
            <pc:docMk/>
            <pc:sldMk cId="2744229656" sldId="302"/>
            <ac:spMk id="18" creationId="{8807D640-4D7B-4811-79E7-E9C582252063}"/>
          </ac:spMkLst>
        </pc:spChg>
        <pc:spChg chg="mod">
          <ac:chgData name="mohammad prince" userId="bd62f109ccfcb41d" providerId="LiveId" clId="{01933BCA-3496-4C58-B766-19DDD1066A0E}" dt="2026-09-08T22:26:17.548" v="7125" actId="20577"/>
          <ac:spMkLst>
            <pc:docMk/>
            <pc:sldMk cId="2744229656" sldId="302"/>
            <ac:spMk id="29" creationId="{A31177E1-FDDA-B60C-85A2-F79B11EA70F7}"/>
          </ac:spMkLst>
        </pc:spChg>
        <pc:grpChg chg="mod">
          <ac:chgData name="mohammad prince" userId="bd62f109ccfcb41d" providerId="LiveId" clId="{01933BCA-3496-4C58-B766-19DDD1066A0E}" dt="2026-09-08T22:26:44.856" v="7181" actId="1036"/>
          <ac:grpSpMkLst>
            <pc:docMk/>
            <pc:sldMk cId="2744229656" sldId="302"/>
            <ac:grpSpMk id="10" creationId="{E27484F9-2EBC-CE6D-EE18-8135DAB07C9C}"/>
          </ac:grpSpMkLst>
        </pc:grpChg>
        <pc:grpChg chg="del">
          <ac:chgData name="mohammad prince" userId="bd62f109ccfcb41d" providerId="LiveId" clId="{01933BCA-3496-4C58-B766-19DDD1066A0E}" dt="2026-09-08T22:26:40.182" v="7126" actId="478"/>
          <ac:grpSpMkLst>
            <pc:docMk/>
            <pc:sldMk cId="2744229656" sldId="302"/>
            <ac:grpSpMk id="11" creationId="{B8165223-B7A1-D6E5-6109-3940519DBE07}"/>
          </ac:grpSpMkLst>
        </pc:grpChg>
        <pc:grpChg chg="mod">
          <ac:chgData name="mohammad prince" userId="bd62f109ccfcb41d" providerId="LiveId" clId="{01933BCA-3496-4C58-B766-19DDD1066A0E}" dt="2026-09-09T11:19:23.717" v="8214" actId="1036"/>
          <ac:grpSpMkLst>
            <pc:docMk/>
            <pc:sldMk cId="2744229656" sldId="302"/>
            <ac:grpSpMk id="43" creationId="{42F9AB3A-0578-B2E6-9594-B4C44374ED32}"/>
          </ac:grpSpMkLst>
        </pc:grpChg>
        <pc:graphicFrameChg chg="add mod modGraphic">
          <ac:chgData name="mohammad prince" userId="bd62f109ccfcb41d" providerId="LiveId" clId="{01933BCA-3496-4C58-B766-19DDD1066A0E}" dt="2026-09-09T12:53:56.070" v="8606" actId="20577"/>
          <ac:graphicFrameMkLst>
            <pc:docMk/>
            <pc:sldMk cId="2744229656" sldId="302"/>
            <ac:graphicFrameMk id="9" creationId="{5CEE9998-B2A3-23BA-56B8-01508F8BA823}"/>
          </ac:graphicFrameMkLst>
        </pc:graphicFrameChg>
      </pc:sldChg>
      <pc:sldChg chg="add del">
        <pc:chgData name="mohammad prince" userId="bd62f109ccfcb41d" providerId="LiveId" clId="{01933BCA-3496-4C58-B766-19DDD1066A0E}" dt="2026-09-08T22:25:26.310" v="7077" actId="2696"/>
        <pc:sldMkLst>
          <pc:docMk/>
          <pc:sldMk cId="4021247556" sldId="302"/>
        </pc:sldMkLst>
      </pc:sldChg>
      <pc:sldChg chg="new del">
        <pc:chgData name="mohammad prince" userId="bd62f109ccfcb41d" providerId="LiveId" clId="{01933BCA-3496-4C58-B766-19DDD1066A0E}" dt="2026-09-09T07:56:07.497" v="7498" actId="47"/>
        <pc:sldMkLst>
          <pc:docMk/>
          <pc:sldMk cId="4059353249" sldId="303"/>
        </pc:sldMkLst>
      </pc:sldChg>
      <pc:sldChg chg="addSp delSp modSp add mod modAnim">
        <pc:chgData name="mohammad prince" userId="bd62f109ccfcb41d" providerId="LiveId" clId="{01933BCA-3496-4C58-B766-19DDD1066A0E}" dt="2026-09-09T12:47:40.850" v="8591" actId="20577"/>
        <pc:sldMkLst>
          <pc:docMk/>
          <pc:sldMk cId="1161542931" sldId="304"/>
        </pc:sldMkLst>
        <pc:spChg chg="mod">
          <ac:chgData name="mohammad prince" userId="bd62f109ccfcb41d" providerId="LiveId" clId="{01933BCA-3496-4C58-B766-19DDD1066A0E}" dt="2026-09-09T10:51:00.520" v="7728" actId="20577"/>
          <ac:spMkLst>
            <pc:docMk/>
            <pc:sldMk cId="1161542931" sldId="304"/>
            <ac:spMk id="12" creationId="{7794FBAE-4987-D3F6-D4AC-EC22C86B2982}"/>
          </ac:spMkLst>
        </pc:spChg>
        <pc:spChg chg="mod">
          <ac:chgData name="mohammad prince" userId="bd62f109ccfcb41d" providerId="LiveId" clId="{01933BCA-3496-4C58-B766-19DDD1066A0E}" dt="2026-09-09T10:45:40.117" v="7637" actId="207"/>
          <ac:spMkLst>
            <pc:docMk/>
            <pc:sldMk cId="1161542931" sldId="304"/>
            <ac:spMk id="15" creationId="{76B9699A-0438-D317-5631-3BE3410FF644}"/>
          </ac:spMkLst>
        </pc:spChg>
        <pc:spChg chg="mod">
          <ac:chgData name="mohammad prince" userId="bd62f109ccfcb41d" providerId="LiveId" clId="{01933BCA-3496-4C58-B766-19DDD1066A0E}" dt="2026-09-09T10:52:31.376" v="7755" actId="20577"/>
          <ac:spMkLst>
            <pc:docMk/>
            <pc:sldMk cId="1161542931" sldId="304"/>
            <ac:spMk id="17" creationId="{D4BE602F-4F01-5019-FF2A-14613237F13A}"/>
          </ac:spMkLst>
        </pc:spChg>
        <pc:spChg chg="mod">
          <ac:chgData name="mohammad prince" userId="bd62f109ccfcb41d" providerId="LiveId" clId="{01933BCA-3496-4C58-B766-19DDD1066A0E}" dt="2026-09-09T12:47:40.850" v="8591" actId="20577"/>
          <ac:spMkLst>
            <pc:docMk/>
            <pc:sldMk cId="1161542931" sldId="304"/>
            <ac:spMk id="18" creationId="{9BAB94E0-43C6-3AD7-246C-5EFDCE46916A}"/>
          </ac:spMkLst>
        </pc:spChg>
        <pc:spChg chg="mod">
          <ac:chgData name="mohammad prince" userId="bd62f109ccfcb41d" providerId="LiveId" clId="{01933BCA-3496-4C58-B766-19DDD1066A0E}" dt="2026-09-09T07:56:23.642" v="7521" actId="20577"/>
          <ac:spMkLst>
            <pc:docMk/>
            <pc:sldMk cId="1161542931" sldId="304"/>
            <ac:spMk id="29" creationId="{00CD5AAF-299D-6494-7393-AC18F9572452}"/>
          </ac:spMkLst>
        </pc:spChg>
        <pc:picChg chg="add del mod">
          <ac:chgData name="mohammad prince" userId="bd62f109ccfcb41d" providerId="LiveId" clId="{01933BCA-3496-4C58-B766-19DDD1066A0E}" dt="2026-09-09T10:45:27.332" v="7636" actId="21"/>
          <ac:picMkLst>
            <pc:docMk/>
            <pc:sldMk cId="1161542931" sldId="304"/>
            <ac:picMk id="13" creationId="{E7117258-4480-3259-1D7F-77F97F887B11}"/>
          </ac:picMkLst>
        </pc:picChg>
      </pc:sldChg>
      <pc:sldChg chg="modSp add mod ord modAnim">
        <pc:chgData name="mohammad prince" userId="bd62f109ccfcb41d" providerId="LiveId" clId="{01933BCA-3496-4C58-B766-19DDD1066A0E}" dt="2026-09-09T12:47:50.821" v="8599" actId="20577"/>
        <pc:sldMkLst>
          <pc:docMk/>
          <pc:sldMk cId="3580760121" sldId="305"/>
        </pc:sldMkLst>
        <pc:spChg chg="mod">
          <ac:chgData name="mohammad prince" userId="bd62f109ccfcb41d" providerId="LiveId" clId="{01933BCA-3496-4C58-B766-19DDD1066A0E}" dt="2026-09-09T12:47:50.821" v="8599" actId="20577"/>
          <ac:spMkLst>
            <pc:docMk/>
            <pc:sldMk cId="3580760121" sldId="305"/>
            <ac:spMk id="12" creationId="{F7846F1C-E741-43A2-6614-FF77CED1E084}"/>
          </ac:spMkLst>
        </pc:spChg>
        <pc:spChg chg="mod">
          <ac:chgData name="mohammad prince" userId="bd62f109ccfcb41d" providerId="LiveId" clId="{01933BCA-3496-4C58-B766-19DDD1066A0E}" dt="2026-09-09T12:46:04.559" v="8566" actId="207"/>
          <ac:spMkLst>
            <pc:docMk/>
            <pc:sldMk cId="3580760121" sldId="305"/>
            <ac:spMk id="15" creationId="{654760CB-4D02-5EF5-A190-2342B32BCF47}"/>
          </ac:spMkLst>
        </pc:spChg>
        <pc:spChg chg="mod">
          <ac:chgData name="mohammad prince" userId="bd62f109ccfcb41d" providerId="LiveId" clId="{01933BCA-3496-4C58-B766-19DDD1066A0E}" dt="2026-09-09T10:52:25.788" v="7754" actId="20577"/>
          <ac:spMkLst>
            <pc:docMk/>
            <pc:sldMk cId="3580760121" sldId="305"/>
            <ac:spMk id="17" creationId="{2FC090B7-C4B8-BFA8-66F8-C9FAF4E8BD37}"/>
          </ac:spMkLst>
        </pc:spChg>
        <pc:spChg chg="mod">
          <ac:chgData name="mohammad prince" userId="bd62f109ccfcb41d" providerId="LiveId" clId="{01933BCA-3496-4C58-B766-19DDD1066A0E}" dt="2026-09-09T12:45:26.824" v="8547" actId="20577"/>
          <ac:spMkLst>
            <pc:docMk/>
            <pc:sldMk cId="3580760121" sldId="305"/>
            <ac:spMk id="18" creationId="{EE231F57-51D6-8B9B-F5E1-FE17C556CF01}"/>
          </ac:spMkLst>
        </pc:spChg>
      </pc:sldChg>
      <pc:sldChg chg="modSp add del mod modAnim">
        <pc:chgData name="mohammad prince" userId="bd62f109ccfcb41d" providerId="LiveId" clId="{01933BCA-3496-4C58-B766-19DDD1066A0E}" dt="2026-09-09T12:37:49.525" v="8537" actId="47"/>
        <pc:sldMkLst>
          <pc:docMk/>
          <pc:sldMk cId="4071461508" sldId="306"/>
        </pc:sldMkLst>
        <pc:spChg chg="mod">
          <ac:chgData name="mohammad prince" userId="bd62f109ccfcb41d" providerId="LiveId" clId="{01933BCA-3496-4C58-B766-19DDD1066A0E}" dt="2026-09-09T10:51:10.679" v="7730" actId="20577"/>
          <ac:spMkLst>
            <pc:docMk/>
            <pc:sldMk cId="4071461508" sldId="306"/>
            <ac:spMk id="12" creationId="{A838D7DC-B6C7-DFFC-B627-094BCE4F10AF}"/>
          </ac:spMkLst>
        </pc:spChg>
        <pc:spChg chg="mod">
          <ac:chgData name="mohammad prince" userId="bd62f109ccfcb41d" providerId="LiveId" clId="{01933BCA-3496-4C58-B766-19DDD1066A0E}" dt="2026-09-09T10:50:42.665" v="7723" actId="207"/>
          <ac:spMkLst>
            <pc:docMk/>
            <pc:sldMk cId="4071461508" sldId="306"/>
            <ac:spMk id="15" creationId="{9F9D407D-B377-8150-69C7-7164EDEBB0A9}"/>
          </ac:spMkLst>
        </pc:spChg>
        <pc:spChg chg="mod">
          <ac:chgData name="mohammad prince" userId="bd62f109ccfcb41d" providerId="LiveId" clId="{01933BCA-3496-4C58-B766-19DDD1066A0E}" dt="2026-09-09T12:37:21.471" v="8534" actId="20577"/>
          <ac:spMkLst>
            <pc:docMk/>
            <pc:sldMk cId="4071461508" sldId="306"/>
            <ac:spMk id="18" creationId="{4468F3E9-E81A-EBC1-AC1F-E438876835A3}"/>
          </ac:spMkLst>
        </pc:spChg>
      </pc:sldChg>
      <pc:sldChg chg="new del">
        <pc:chgData name="mohammad prince" userId="bd62f109ccfcb41d" providerId="LiveId" clId="{01933BCA-3496-4C58-B766-19DDD1066A0E}" dt="2026-09-09T10:53:31.058" v="7760" actId="47"/>
        <pc:sldMkLst>
          <pc:docMk/>
          <pc:sldMk cId="2379563564" sldId="307"/>
        </pc:sldMkLst>
      </pc:sldChg>
      <pc:sldChg chg="addSp delSp modSp new mod modTransition setBg delAnim modAnim">
        <pc:chgData name="mohammad prince" userId="bd62f109ccfcb41d" providerId="LiveId" clId="{01933BCA-3496-4C58-B766-19DDD1066A0E}" dt="2026-09-09T11:35:40.636" v="8468" actId="207"/>
        <pc:sldMkLst>
          <pc:docMk/>
          <pc:sldMk cId="2693916796" sldId="307"/>
        </pc:sldMkLst>
        <pc:spChg chg="add del mod">
          <ac:chgData name="mohammad prince" userId="bd62f109ccfcb41d" providerId="LiveId" clId="{01933BCA-3496-4C58-B766-19DDD1066A0E}" dt="2026-09-09T10:53:54.276" v="7768"/>
          <ac:spMkLst>
            <pc:docMk/>
            <pc:sldMk cId="2693916796" sldId="307"/>
            <ac:spMk id="2" creationId="{456064C8-677C-5A9B-85BA-A6662CF0FE9A}"/>
          </ac:spMkLst>
        </pc:spChg>
        <pc:spChg chg="add del mod">
          <ac:chgData name="mohammad prince" userId="bd62f109ccfcb41d" providerId="LiveId" clId="{01933BCA-3496-4C58-B766-19DDD1066A0E}" dt="2026-09-09T11:03:11.306" v="7794" actId="478"/>
          <ac:spMkLst>
            <pc:docMk/>
            <pc:sldMk cId="2693916796" sldId="307"/>
            <ac:spMk id="3" creationId="{1FF719A7-6EB4-897D-77B0-0A7464A75284}"/>
          </ac:spMkLst>
        </pc:spChg>
        <pc:spChg chg="add mod">
          <ac:chgData name="mohammad prince" userId="bd62f109ccfcb41d" providerId="LiveId" clId="{01933BCA-3496-4C58-B766-19DDD1066A0E}" dt="2026-09-09T11:24:29.898" v="8293" actId="208"/>
          <ac:spMkLst>
            <pc:docMk/>
            <pc:sldMk cId="2693916796" sldId="307"/>
            <ac:spMk id="5" creationId="{04A478F1-FD3A-1739-4B78-AC402AA7699D}"/>
          </ac:spMkLst>
        </pc:spChg>
        <pc:spChg chg="add mod">
          <ac:chgData name="mohammad prince" userId="bd62f109ccfcb41d" providerId="LiveId" clId="{01933BCA-3496-4C58-B766-19DDD1066A0E}" dt="2026-09-09T11:24:36.378" v="8294" actId="208"/>
          <ac:spMkLst>
            <pc:docMk/>
            <pc:sldMk cId="2693916796" sldId="307"/>
            <ac:spMk id="7" creationId="{AA5F8228-36DA-65B1-7353-749263FB2DFC}"/>
          </ac:spMkLst>
        </pc:spChg>
        <pc:spChg chg="add del mod">
          <ac:chgData name="mohammad prince" userId="bd62f109ccfcb41d" providerId="LiveId" clId="{01933BCA-3496-4C58-B766-19DDD1066A0E}" dt="2026-09-09T11:09:19.840" v="8075" actId="478"/>
          <ac:spMkLst>
            <pc:docMk/>
            <pc:sldMk cId="2693916796" sldId="307"/>
            <ac:spMk id="8" creationId="{0639DF5F-E275-E87C-6755-3AB1397598F5}"/>
          </ac:spMkLst>
        </pc:spChg>
        <pc:spChg chg="del mod topLvl">
          <ac:chgData name="mohammad prince" userId="bd62f109ccfcb41d" providerId="LiveId" clId="{01933BCA-3496-4C58-B766-19DDD1066A0E}" dt="2026-09-09T11:21:41.097" v="8231" actId="478"/>
          <ac:spMkLst>
            <pc:docMk/>
            <pc:sldMk cId="2693916796" sldId="307"/>
            <ac:spMk id="10" creationId="{4E84B780-C64C-E784-6FA3-9F938713D28F}"/>
          </ac:spMkLst>
        </pc:spChg>
        <pc:spChg chg="del mod topLvl">
          <ac:chgData name="mohammad prince" userId="bd62f109ccfcb41d" providerId="LiveId" clId="{01933BCA-3496-4C58-B766-19DDD1066A0E}" dt="2026-09-09T11:07:08.701" v="7930" actId="478"/>
          <ac:spMkLst>
            <pc:docMk/>
            <pc:sldMk cId="2693916796" sldId="307"/>
            <ac:spMk id="11" creationId="{D0D8972E-65CB-352D-E321-CDD7CB02487E}"/>
          </ac:spMkLst>
        </pc:spChg>
        <pc:spChg chg="add del mod">
          <ac:chgData name="mohammad prince" userId="bd62f109ccfcb41d" providerId="LiveId" clId="{01933BCA-3496-4C58-B766-19DDD1066A0E}" dt="2026-09-09T11:23:08.962" v="8246" actId="478"/>
          <ac:spMkLst>
            <pc:docMk/>
            <pc:sldMk cId="2693916796" sldId="307"/>
            <ac:spMk id="13" creationId="{E35BBFEA-4265-664C-0C75-C5109E72A6C7}"/>
          </ac:spMkLst>
        </pc:spChg>
        <pc:spChg chg="add del mod">
          <ac:chgData name="mohammad prince" userId="bd62f109ccfcb41d" providerId="LiveId" clId="{01933BCA-3496-4C58-B766-19DDD1066A0E}" dt="2026-09-09T11:21:12.458" v="8229" actId="478"/>
          <ac:spMkLst>
            <pc:docMk/>
            <pc:sldMk cId="2693916796" sldId="307"/>
            <ac:spMk id="15" creationId="{E7358226-6838-2BC7-A286-C0FB1AE4A0BD}"/>
          </ac:spMkLst>
        </pc:spChg>
        <pc:spChg chg="add del mod">
          <ac:chgData name="mohammad prince" userId="bd62f109ccfcb41d" providerId="LiveId" clId="{01933BCA-3496-4C58-B766-19DDD1066A0E}" dt="2026-09-09T11:21:14.850" v="8230" actId="478"/>
          <ac:spMkLst>
            <pc:docMk/>
            <pc:sldMk cId="2693916796" sldId="307"/>
            <ac:spMk id="17" creationId="{8A6DB9FE-5184-6503-225E-746EAD8C6E8F}"/>
          </ac:spMkLst>
        </pc:spChg>
        <pc:spChg chg="add del mod">
          <ac:chgData name="mohammad prince" userId="bd62f109ccfcb41d" providerId="LiveId" clId="{01933BCA-3496-4C58-B766-19DDD1066A0E}" dt="2026-09-09T11:23:54.548" v="8290" actId="478"/>
          <ac:spMkLst>
            <pc:docMk/>
            <pc:sldMk cId="2693916796" sldId="307"/>
            <ac:spMk id="19" creationId="{9483DD47-9BD5-0ECF-571A-35F6D60593E5}"/>
          </ac:spMkLst>
        </pc:spChg>
        <pc:spChg chg="add mod ord">
          <ac:chgData name="mohammad prince" userId="bd62f109ccfcb41d" providerId="LiveId" clId="{01933BCA-3496-4C58-B766-19DDD1066A0E}" dt="2026-09-09T11:35:40.636" v="8468" actId="207"/>
          <ac:spMkLst>
            <pc:docMk/>
            <pc:sldMk cId="2693916796" sldId="307"/>
            <ac:spMk id="20" creationId="{09F4C730-6D0C-DFB6-D393-EA02CB9DF7F1}"/>
          </ac:spMkLst>
        </pc:spChg>
        <pc:grpChg chg="add del mod">
          <ac:chgData name="mohammad prince" userId="bd62f109ccfcb41d" providerId="LiveId" clId="{01933BCA-3496-4C58-B766-19DDD1066A0E}" dt="2026-09-09T11:07:08.701" v="7930" actId="478"/>
          <ac:grpSpMkLst>
            <pc:docMk/>
            <pc:sldMk cId="2693916796" sldId="307"/>
            <ac:grpSpMk id="9" creationId="{528003CA-4D0A-5B39-2A92-C2F64100DFCD}"/>
          </ac:grpSpMkLst>
        </pc:grpChg>
      </pc:sldChg>
      <pc:sldChg chg="new del setBg">
        <pc:chgData name="mohammad prince" userId="bd62f109ccfcb41d" providerId="LiveId" clId="{01933BCA-3496-4C58-B766-19DDD1066A0E}" dt="2026-09-09T11:32:31.500" v="8319" actId="47"/>
        <pc:sldMkLst>
          <pc:docMk/>
          <pc:sldMk cId="86819144" sldId="308"/>
        </pc:sldMkLst>
      </pc:sldChg>
      <pc:sldChg chg="new del">
        <pc:chgData name="mohammad prince" userId="bd62f109ccfcb41d" providerId="LiveId" clId="{01933BCA-3496-4C58-B766-19DDD1066A0E}" dt="2026-09-09T12:03:51.444" v="8472" actId="47"/>
        <pc:sldMkLst>
          <pc:docMk/>
          <pc:sldMk cId="1622794048" sldId="308"/>
        </pc:sldMkLst>
      </pc:sldChg>
      <pc:sldChg chg="new del">
        <pc:chgData name="mohammad prince" userId="bd62f109ccfcb41d" providerId="LiveId" clId="{01933BCA-3496-4C58-B766-19DDD1066A0E}" dt="2026-09-09T12:36:54.981" v="8528" actId="47"/>
        <pc:sldMkLst>
          <pc:docMk/>
          <pc:sldMk cId="2159780902" sldId="308"/>
        </pc:sldMkLst>
      </pc:sldChg>
      <pc:sldChg chg="new del">
        <pc:chgData name="mohammad prince" userId="bd62f109ccfcb41d" providerId="LiveId" clId="{01933BCA-3496-4C58-B766-19DDD1066A0E}" dt="2026-09-09T12:46:41.417" v="8574" actId="47"/>
        <pc:sldMkLst>
          <pc:docMk/>
          <pc:sldMk cId="2846843553" sldId="308"/>
        </pc:sldMkLst>
      </pc:sldChg>
      <pc:sldChg chg="modSp add mod">
        <pc:chgData name="mohammad prince" userId="bd62f109ccfcb41d" providerId="LiveId" clId="{01933BCA-3496-4C58-B766-19DDD1066A0E}" dt="2026-09-09T12:45:22.120" v="8545" actId="20577"/>
        <pc:sldMkLst>
          <pc:docMk/>
          <pc:sldMk cId="3217717646" sldId="309"/>
        </pc:sldMkLst>
        <pc:spChg chg="mod">
          <ac:chgData name="mohammad prince" userId="bd62f109ccfcb41d" providerId="LiveId" clId="{01933BCA-3496-4C58-B766-19DDD1066A0E}" dt="2026-09-09T12:45:22.120" v="8545" actId="20577"/>
          <ac:spMkLst>
            <pc:docMk/>
            <pc:sldMk cId="3217717646" sldId="309"/>
            <ac:spMk id="18" creationId="{5CCC3A62-B0DA-E43F-57A7-E3CF1C956FD4}"/>
          </ac:spMkLst>
        </pc:spChg>
      </pc:sldChg>
      <pc:sldMasterChg chg="setBg modSldLayout">
        <pc:chgData name="mohammad prince" userId="bd62f109ccfcb41d" providerId="LiveId" clId="{01933BCA-3496-4C58-B766-19DDD1066A0E}" dt="2026-09-06T20:49:15.256" v="6"/>
        <pc:sldMasterMkLst>
          <pc:docMk/>
          <pc:sldMasterMk cId="0" sldId="2147483648"/>
        </pc:sldMasterMkLst>
        <pc:sldLayoutChg chg="setBg">
          <pc:chgData name="mohammad prince" userId="bd62f109ccfcb41d" providerId="LiveId" clId="{01933BCA-3496-4C58-B766-19DDD1066A0E}" dt="2026-09-06T20:49:15.256" v="6"/>
          <pc:sldLayoutMkLst>
            <pc:docMk/>
            <pc:sldMasterMk cId="0" sldId="2147483648"/>
            <pc:sldLayoutMk cId="0" sldId="2147483649"/>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0"/>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1"/>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2"/>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3"/>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4"/>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5"/>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6"/>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7"/>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8"/>
          </pc:sldLayoutMkLst>
        </pc:sldLayoutChg>
        <pc:sldLayoutChg chg="setBg">
          <pc:chgData name="mohammad prince" userId="bd62f109ccfcb41d" providerId="LiveId" clId="{01933BCA-3496-4C58-B766-19DDD1066A0E}" dt="2026-09-06T20:49:15.256" v="6"/>
          <pc:sldLayoutMkLst>
            <pc:docMk/>
            <pc:sldMasterMk cId="0" sldId="2147483648"/>
            <pc:sldLayoutMk cId="0" sldId="214748365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node0NoLn">
    <dgm:fillClrLst meth="repeat">
      <a:schemeClr val="dk2"/>
    </dgm:fillClrLst>
    <dgm:linClrLst meth="repeat">
      <a:schemeClr val="lt1">
        <a:alpha val="0"/>
      </a:schemeClr>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1NoLn">
    <dgm:fillClrLst meth="repeat">
      <a:schemeClr val="dk2"/>
    </dgm:fillClrLst>
    <dgm:linClrLst meth="repeat">
      <a:schemeClr val="lt1">
        <a:alpha val="0"/>
      </a:schemeClr>
    </dgm:linClrLst>
    <dgm:effectClrLst/>
    <dgm:txLinClrLst/>
    <dgm:txFillClrLst/>
    <dgm:txEffectClrLst/>
  </dgm:styleLbl>
  <dgm:styleLbl name="ltNode1NoLn">
    <dgm:fillClrLst meth="repeat">
      <a:schemeClr val="dk2">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2NoLn">
    <dgm:fillClrLst meth="repeat">
      <a:schemeClr val="dk2"/>
    </dgm:fillClrLst>
    <dgm:linClrLst meth="repeat">
      <a:schemeClr val="lt1">
        <a:alpha val="0"/>
      </a:schemeClr>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3NoLn">
    <dgm:fillClrLst meth="repeat">
      <a:schemeClr val="dk2"/>
    </dgm:fillClrLst>
    <dgm:linClrLst meth="repeat">
      <a:schemeClr val="lt1">
        <a:alpha val="0"/>
      </a:schemeClr>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node4NoLn">
    <dgm:fillClrLst meth="repeat">
      <a:schemeClr val="dk2"/>
    </dgm:fillClrLst>
    <dgm:linClrLst meth="repeat">
      <a:schemeClr val="lt1">
        <a:alpha val="0"/>
      </a:schemeClr>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2">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D690D9A-2049-4415-B69B-30F7AABAA7D5}" type="doc">
      <dgm:prSet loTypeId="urn:microsoft.com/office/officeart/2024/layout/MeetTheTeamCard" loCatId="meettheteam" qsTypeId="urn:microsoft.com/office/officeart/2005/8/quickstyle/simple1" qsCatId="simple" csTypeId="urn:microsoft.com/office/officeart/2005/8/colors/accent1_2" csCatId="accent1" phldr="1"/>
      <dgm:spPr/>
      <dgm:t>
        <a:bodyPr/>
        <a:lstStyle/>
        <a:p>
          <a:endParaRPr lang="en-US"/>
        </a:p>
      </dgm:t>
    </dgm:pt>
    <dgm:pt modelId="{5191DBFF-55D5-4209-BC19-DCF5DA816CE9}">
      <dgm:prSet phldrT="Name" phldr="0" custT="1"/>
      <dgm:spPr/>
      <dgm:t>
        <a:bodyPr/>
        <a:lstStyle/>
        <a:p>
          <a:pPr>
            <a:defRPr b="1"/>
          </a:pPr>
          <a:r>
            <a:rPr lang="en-US" sz="3600" dirty="0"/>
            <a:t>MOHAMMAD PRINCE</a:t>
          </a:r>
        </a:p>
      </dgm:t>
    </dgm:pt>
    <dgm:pt modelId="{DEDC5557-2366-4021-8EF9-89D90B5C1A6E}" type="parTrans" cxnId="{33BA8238-6199-4C8B-8867-207F03936942}">
      <dgm:prSet/>
      <dgm:spPr/>
      <dgm:t>
        <a:bodyPr/>
        <a:lstStyle/>
        <a:p>
          <a:endParaRPr lang="en-US"/>
        </a:p>
      </dgm:t>
    </dgm:pt>
    <dgm:pt modelId="{03517C2B-A92D-4DFB-A4C0-BF3E86FDA206}" type="sibTrans" cxnId="{33BA8238-6199-4C8B-8867-207F03936942}">
      <dgm:prSet/>
      <dgm:spPr/>
      <dgm:t>
        <a:bodyPr/>
        <a:lstStyle/>
        <a:p>
          <a:endParaRPr lang="en-US"/>
        </a:p>
      </dgm:t>
    </dgm:pt>
    <dgm:pt modelId="{1200C348-2D25-409B-B7AB-F3898CB525DE}">
      <dgm:prSet phldrT="Name" phldr="0" custT="1"/>
      <dgm:spPr/>
      <dgm:t>
        <a:bodyPr/>
        <a:lstStyle/>
        <a:p>
          <a:pPr>
            <a:defRPr b="1"/>
          </a:pPr>
          <a:r>
            <a:rPr lang="en-US" sz="3600"/>
            <a:t>ADHAM ASHRAF</a:t>
          </a:r>
          <a:endParaRPr lang="en-US" sz="3600" dirty="0"/>
        </a:p>
      </dgm:t>
    </dgm:pt>
    <dgm:pt modelId="{36B71F2F-50F0-481F-A84D-BF9181B9D243}" type="parTrans" cxnId="{8370B66F-1DE5-48D7-890E-960B8869AEE0}">
      <dgm:prSet/>
      <dgm:spPr/>
      <dgm:t>
        <a:bodyPr/>
        <a:lstStyle/>
        <a:p>
          <a:endParaRPr lang="en-US"/>
        </a:p>
      </dgm:t>
    </dgm:pt>
    <dgm:pt modelId="{7A25B142-F31F-4867-8143-8ABEFCFA0FD1}" type="sibTrans" cxnId="{8370B66F-1DE5-48D7-890E-960B8869AEE0}">
      <dgm:prSet/>
      <dgm:spPr/>
      <dgm:t>
        <a:bodyPr/>
        <a:lstStyle/>
        <a:p>
          <a:endParaRPr lang="en-US"/>
        </a:p>
      </dgm:t>
    </dgm:pt>
    <dgm:pt modelId="{130C0FCD-72C5-4AF7-B3E3-9D2F8D920095}">
      <dgm:prSet phldrT="Name" phldr="0" custT="1"/>
      <dgm:spPr/>
      <dgm:t>
        <a:bodyPr/>
        <a:lstStyle/>
        <a:p>
          <a:pPr>
            <a:defRPr b="1"/>
          </a:pPr>
          <a:r>
            <a:rPr lang="en-US" sz="3600"/>
            <a:t>AHMED ASHRAF</a:t>
          </a:r>
          <a:endParaRPr lang="en-US" sz="3600" dirty="0"/>
        </a:p>
      </dgm:t>
    </dgm:pt>
    <dgm:pt modelId="{CA7F5249-A3BF-447F-B9D1-7A4E806F2879}" type="parTrans" cxnId="{DBA482A5-8A10-45EC-9E6E-8EBF8AE2EFED}">
      <dgm:prSet/>
      <dgm:spPr/>
      <dgm:t>
        <a:bodyPr/>
        <a:lstStyle/>
        <a:p>
          <a:endParaRPr lang="en-US"/>
        </a:p>
      </dgm:t>
    </dgm:pt>
    <dgm:pt modelId="{A3A78D36-D912-4780-82D1-E130B50D7753}" type="sibTrans" cxnId="{DBA482A5-8A10-45EC-9E6E-8EBF8AE2EFED}">
      <dgm:prSet/>
      <dgm:spPr/>
      <dgm:t>
        <a:bodyPr/>
        <a:lstStyle/>
        <a:p>
          <a:endParaRPr lang="en-US"/>
        </a:p>
      </dgm:t>
    </dgm:pt>
    <dgm:pt modelId="{BE5CDCB4-4427-4BC9-920D-EBC484B8DE74}">
      <dgm:prSet phldrT="Name" phldr="0" custT="1"/>
      <dgm:spPr/>
      <dgm:t>
        <a:bodyPr/>
        <a:lstStyle/>
        <a:p>
          <a:pPr>
            <a:defRPr b="1"/>
          </a:pPr>
          <a:r>
            <a:rPr lang="en-US" sz="3600"/>
            <a:t>AHMED TAMER</a:t>
          </a:r>
          <a:endParaRPr lang="en-US" sz="3600" dirty="0"/>
        </a:p>
      </dgm:t>
    </dgm:pt>
    <dgm:pt modelId="{4EB551AA-6783-4AA5-A5C3-36078FFD3D46}" type="parTrans" cxnId="{33D619C6-A738-43EB-8A21-0630F7388A4F}">
      <dgm:prSet/>
      <dgm:spPr/>
      <dgm:t>
        <a:bodyPr/>
        <a:lstStyle/>
        <a:p>
          <a:endParaRPr lang="en-US"/>
        </a:p>
      </dgm:t>
    </dgm:pt>
    <dgm:pt modelId="{67C9EA66-7920-4AC7-8A5B-48D9AE437445}" type="sibTrans" cxnId="{33D619C6-A738-43EB-8A21-0630F7388A4F}">
      <dgm:prSet/>
      <dgm:spPr/>
      <dgm:t>
        <a:bodyPr/>
        <a:lstStyle/>
        <a:p>
          <a:endParaRPr lang="en-US"/>
        </a:p>
      </dgm:t>
    </dgm:pt>
    <dgm:pt modelId="{8D914BE4-EFE2-4904-9022-04B7A3F30531}" type="pres">
      <dgm:prSet presAssocID="{7D690D9A-2049-4415-B69B-30F7AABAA7D5}" presName="root" presStyleCnt="0">
        <dgm:presLayoutVars>
          <dgm:dir/>
          <dgm:resizeHandles val="exact"/>
        </dgm:presLayoutVars>
      </dgm:prSet>
      <dgm:spPr/>
    </dgm:pt>
    <dgm:pt modelId="{65D87DB2-201B-45F0-87E4-B8C4A2A89FE7}" type="pres">
      <dgm:prSet presAssocID="{5191DBFF-55D5-4209-BC19-DCF5DA816CE9}" presName="compNode" presStyleCnt="0"/>
      <dgm:spPr/>
    </dgm:pt>
    <dgm:pt modelId="{7CAE822C-D4CE-4E4D-A390-33B88B1035EB}" type="pres">
      <dgm:prSet presAssocID="{5191DBFF-55D5-4209-BC19-DCF5DA816CE9}" presName="bgPill" presStyleLbl="node1NoLn" presStyleIdx="0" presStyleCnt="4"/>
      <dgm:spPr>
        <a:solidFill>
          <a:srgbClr val="001F4D"/>
        </a:solidFill>
        <a:ln w="31750">
          <a:solidFill>
            <a:srgbClr val="E93CB0"/>
          </a:solidFill>
        </a:ln>
      </dgm:spPr>
    </dgm:pt>
    <dgm:pt modelId="{EECAA3B3-7A58-41A2-ADF6-A8273DF03376}" type="pres">
      <dgm:prSet presAssocID="{5191DBFF-55D5-4209-BC19-DCF5DA816CE9}" presName="photoCircle" presStyleLbl="ltNode1NoLn" presStyleIdx="0" presStyleCnt="4" custAng="16200000"/>
      <dgm:spPr/>
    </dgm:pt>
    <dgm:pt modelId="{FF8BA001-E432-412D-9C41-01E3F2AC32E9}" type="pres">
      <dgm:prSet presAssocID="{5191DBFF-55D5-4209-BC19-DCF5DA816CE9}" presName="nameText" presStyleLbl="revTxLt" presStyleIdx="0" presStyleCnt="8" custLinFactNeighborX="1065" custLinFactNeighborY="36920">
        <dgm:presLayoutVars>
          <dgm:chMax val="1"/>
          <dgm:chPref val="1"/>
        </dgm:presLayoutVars>
      </dgm:prSet>
      <dgm:spPr/>
    </dgm:pt>
    <dgm:pt modelId="{1BE54877-72B9-4E78-B332-0D5AFD6AF059}" type="pres">
      <dgm:prSet presAssocID="{5191DBFF-55D5-4209-BC19-DCF5DA816CE9}" presName="roleText" presStyleLbl="revTxLt" presStyleIdx="1" presStyleCnt="8">
        <dgm:presLayoutVars>
          <dgm:chMax val="0"/>
        </dgm:presLayoutVars>
      </dgm:prSet>
      <dgm:spPr/>
    </dgm:pt>
    <dgm:pt modelId="{89CB7BAB-0D12-4820-B56C-1DDF42BDF2E6}" type="pres">
      <dgm:prSet presAssocID="{03517C2B-A92D-4DFB-A4C0-BF3E86FDA206}" presName="sibTrans" presStyleCnt="0"/>
      <dgm:spPr/>
    </dgm:pt>
    <dgm:pt modelId="{E39D4EDF-2637-4885-B83E-788856EE520C}" type="pres">
      <dgm:prSet presAssocID="{1200C348-2D25-409B-B7AB-F3898CB525DE}" presName="compNode" presStyleCnt="0"/>
      <dgm:spPr/>
    </dgm:pt>
    <dgm:pt modelId="{E5EC4FBA-8BAF-4ED0-B9AE-46C0F28AFACE}" type="pres">
      <dgm:prSet presAssocID="{1200C348-2D25-409B-B7AB-F3898CB525DE}" presName="bgPill" presStyleLbl="node1NoLn" presStyleIdx="1" presStyleCnt="4"/>
      <dgm:spPr>
        <a:solidFill>
          <a:srgbClr val="001F4D"/>
        </a:solidFill>
        <a:ln w="31750">
          <a:solidFill>
            <a:srgbClr val="E93CB0"/>
          </a:solidFill>
        </a:ln>
      </dgm:spPr>
    </dgm:pt>
    <dgm:pt modelId="{A111DE36-453E-44A8-A6D3-EA9DF8D1B21F}" type="pres">
      <dgm:prSet presAssocID="{1200C348-2D25-409B-B7AB-F3898CB525DE}" presName="photoCircle" presStyleLbl="ltNode1NoLn" presStyleIdx="1" presStyleCnt="4"/>
      <dgm:spPr/>
    </dgm:pt>
    <dgm:pt modelId="{3C9FD978-D724-4DEC-8BB8-653DDDE5C3C7}" type="pres">
      <dgm:prSet presAssocID="{1200C348-2D25-409B-B7AB-F3898CB525DE}" presName="nameText" presStyleLbl="revTxLt" presStyleIdx="2" presStyleCnt="8" custLinFactNeighborX="4913" custLinFactNeighborY="40404">
        <dgm:presLayoutVars>
          <dgm:chMax val="1"/>
          <dgm:chPref val="1"/>
        </dgm:presLayoutVars>
      </dgm:prSet>
      <dgm:spPr/>
    </dgm:pt>
    <dgm:pt modelId="{4B933102-50E3-4265-A0B7-FB7E22927093}" type="pres">
      <dgm:prSet presAssocID="{1200C348-2D25-409B-B7AB-F3898CB525DE}" presName="roleText" presStyleLbl="revTxLt" presStyleIdx="3" presStyleCnt="8">
        <dgm:presLayoutVars>
          <dgm:chMax val="0"/>
        </dgm:presLayoutVars>
      </dgm:prSet>
      <dgm:spPr/>
    </dgm:pt>
    <dgm:pt modelId="{FAA01F28-CA81-4254-9770-D34A63DBF956}" type="pres">
      <dgm:prSet presAssocID="{7A25B142-F31F-4867-8143-8ABEFCFA0FD1}" presName="sibTrans" presStyleCnt="0"/>
      <dgm:spPr/>
    </dgm:pt>
    <dgm:pt modelId="{880358E3-10B7-45AB-8AAF-DBF1CFD1F85D}" type="pres">
      <dgm:prSet presAssocID="{130C0FCD-72C5-4AF7-B3E3-9D2F8D920095}" presName="compNode" presStyleCnt="0"/>
      <dgm:spPr/>
    </dgm:pt>
    <dgm:pt modelId="{F82ECACA-7495-41F5-A92F-F6CE89C45DCD}" type="pres">
      <dgm:prSet presAssocID="{130C0FCD-72C5-4AF7-B3E3-9D2F8D920095}" presName="bgPill" presStyleLbl="node1NoLn" presStyleIdx="2" presStyleCnt="4"/>
      <dgm:spPr>
        <a:solidFill>
          <a:srgbClr val="001F4D"/>
        </a:solidFill>
        <a:ln w="31750">
          <a:solidFill>
            <a:srgbClr val="E93CB0"/>
          </a:solidFill>
        </a:ln>
      </dgm:spPr>
    </dgm:pt>
    <dgm:pt modelId="{5F01F5DD-5F83-4C4E-874B-FA48647F6A10}" type="pres">
      <dgm:prSet presAssocID="{130C0FCD-72C5-4AF7-B3E3-9D2F8D920095}" presName="photoCircle" presStyleLbl="ltNode1NoLn" presStyleIdx="2" presStyleCnt="4"/>
      <dgm:spPr/>
    </dgm:pt>
    <dgm:pt modelId="{F0D6FF5C-A445-4A94-93F6-F3CEEB6BB267}" type="pres">
      <dgm:prSet presAssocID="{130C0FCD-72C5-4AF7-B3E3-9D2F8D920095}" presName="nameText" presStyleLbl="revTxLt" presStyleIdx="4" presStyleCnt="8" custLinFactNeighborX="1065" custLinFactNeighborY="35878">
        <dgm:presLayoutVars>
          <dgm:chMax val="1"/>
          <dgm:chPref val="1"/>
        </dgm:presLayoutVars>
      </dgm:prSet>
      <dgm:spPr/>
    </dgm:pt>
    <dgm:pt modelId="{CE3D48EF-6037-44AB-98DC-1CB05E59727B}" type="pres">
      <dgm:prSet presAssocID="{130C0FCD-72C5-4AF7-B3E3-9D2F8D920095}" presName="roleText" presStyleLbl="revTxLt" presStyleIdx="5" presStyleCnt="8">
        <dgm:presLayoutVars>
          <dgm:chMax val="0"/>
        </dgm:presLayoutVars>
      </dgm:prSet>
      <dgm:spPr/>
    </dgm:pt>
    <dgm:pt modelId="{7F33A191-BF3F-4890-BACB-9608AF43A476}" type="pres">
      <dgm:prSet presAssocID="{A3A78D36-D912-4780-82D1-E130B50D7753}" presName="sibTrans" presStyleCnt="0"/>
      <dgm:spPr/>
    </dgm:pt>
    <dgm:pt modelId="{2DDAF050-B861-44ED-81E1-7281C7E2C78B}" type="pres">
      <dgm:prSet presAssocID="{BE5CDCB4-4427-4BC9-920D-EBC484B8DE74}" presName="compNode" presStyleCnt="0"/>
      <dgm:spPr/>
    </dgm:pt>
    <dgm:pt modelId="{038632E2-5F12-470E-94B4-8B51E5011239}" type="pres">
      <dgm:prSet presAssocID="{BE5CDCB4-4427-4BC9-920D-EBC484B8DE74}" presName="bgPill" presStyleLbl="node1NoLn" presStyleIdx="3" presStyleCnt="4"/>
      <dgm:spPr>
        <a:solidFill>
          <a:srgbClr val="001F4D"/>
        </a:solidFill>
        <a:ln w="31750">
          <a:solidFill>
            <a:srgbClr val="E93CB0"/>
          </a:solidFill>
        </a:ln>
      </dgm:spPr>
    </dgm:pt>
    <dgm:pt modelId="{D5B9CEF3-CE93-4453-ADF7-22B0D8E65267}" type="pres">
      <dgm:prSet presAssocID="{BE5CDCB4-4427-4BC9-920D-EBC484B8DE74}" presName="photoCircle" presStyleLbl="ltNode1NoLn" presStyleIdx="3" presStyleCnt="4"/>
      <dgm:spPr/>
    </dgm:pt>
    <dgm:pt modelId="{CC7BA510-7DFC-4312-B30C-C64A71EEB03A}" type="pres">
      <dgm:prSet presAssocID="{BE5CDCB4-4427-4BC9-920D-EBC484B8DE74}" presName="nameText" presStyleLbl="revTxLt" presStyleIdx="6" presStyleCnt="8" custLinFactNeighborX="379" custLinFactNeighborY="35878">
        <dgm:presLayoutVars>
          <dgm:chMax val="1"/>
          <dgm:chPref val="1"/>
        </dgm:presLayoutVars>
      </dgm:prSet>
      <dgm:spPr/>
    </dgm:pt>
    <dgm:pt modelId="{C501BE08-36A2-4FB0-96E5-D0480BC4160E}" type="pres">
      <dgm:prSet presAssocID="{BE5CDCB4-4427-4BC9-920D-EBC484B8DE74}" presName="roleText" presStyleLbl="revTxLt" presStyleIdx="7" presStyleCnt="8">
        <dgm:presLayoutVars>
          <dgm:chMax val="0"/>
        </dgm:presLayoutVars>
      </dgm:prSet>
      <dgm:spPr/>
    </dgm:pt>
  </dgm:ptLst>
  <dgm:cxnLst>
    <dgm:cxn modelId="{7E388C21-83FB-43D7-A43D-BB726E5916B5}" type="presOf" srcId="{5191DBFF-55D5-4209-BC19-DCF5DA816CE9}" destId="{FF8BA001-E432-412D-9C41-01E3F2AC32E9}" srcOrd="0" destOrd="0" presId="urn:microsoft.com/office/officeart/2024/layout/MeetTheTeamCard"/>
    <dgm:cxn modelId="{33BA8238-6199-4C8B-8867-207F03936942}" srcId="{7D690D9A-2049-4415-B69B-30F7AABAA7D5}" destId="{5191DBFF-55D5-4209-BC19-DCF5DA816CE9}" srcOrd="0" destOrd="0" parTransId="{DEDC5557-2366-4021-8EF9-89D90B5C1A6E}" sibTransId="{03517C2B-A92D-4DFB-A4C0-BF3E86FDA206}"/>
    <dgm:cxn modelId="{0C886142-8E22-453C-80D3-21447C0A01AB}" type="presOf" srcId="{BE5CDCB4-4427-4BC9-920D-EBC484B8DE74}" destId="{CC7BA510-7DFC-4312-B30C-C64A71EEB03A}" srcOrd="0" destOrd="0" presId="urn:microsoft.com/office/officeart/2024/layout/MeetTheTeamCard"/>
    <dgm:cxn modelId="{8370B66F-1DE5-48D7-890E-960B8869AEE0}" srcId="{7D690D9A-2049-4415-B69B-30F7AABAA7D5}" destId="{1200C348-2D25-409B-B7AB-F3898CB525DE}" srcOrd="1" destOrd="0" parTransId="{36B71F2F-50F0-481F-A84D-BF9181B9D243}" sibTransId="{7A25B142-F31F-4867-8143-8ABEFCFA0FD1}"/>
    <dgm:cxn modelId="{DBA482A5-8A10-45EC-9E6E-8EBF8AE2EFED}" srcId="{7D690D9A-2049-4415-B69B-30F7AABAA7D5}" destId="{130C0FCD-72C5-4AF7-B3E3-9D2F8D920095}" srcOrd="2" destOrd="0" parTransId="{CA7F5249-A3BF-447F-B9D1-7A4E806F2879}" sibTransId="{A3A78D36-D912-4780-82D1-E130B50D7753}"/>
    <dgm:cxn modelId="{F7924EC3-4A79-49C0-896D-8CD8C3EA5E2A}" type="presOf" srcId="{1200C348-2D25-409B-B7AB-F3898CB525DE}" destId="{3C9FD978-D724-4DEC-8BB8-653DDDE5C3C7}" srcOrd="0" destOrd="0" presId="urn:microsoft.com/office/officeart/2024/layout/MeetTheTeamCard"/>
    <dgm:cxn modelId="{33D619C6-A738-43EB-8A21-0630F7388A4F}" srcId="{7D690D9A-2049-4415-B69B-30F7AABAA7D5}" destId="{BE5CDCB4-4427-4BC9-920D-EBC484B8DE74}" srcOrd="3" destOrd="0" parTransId="{4EB551AA-6783-4AA5-A5C3-36078FFD3D46}" sibTransId="{67C9EA66-7920-4AC7-8A5B-48D9AE437445}"/>
    <dgm:cxn modelId="{DFDF0DF3-05A1-4091-8443-1FEE587724B0}" type="presOf" srcId="{7D690D9A-2049-4415-B69B-30F7AABAA7D5}" destId="{8D914BE4-EFE2-4904-9022-04B7A3F30531}" srcOrd="0" destOrd="0" presId="urn:microsoft.com/office/officeart/2024/layout/MeetTheTeamCard"/>
    <dgm:cxn modelId="{24D10EFA-CC6C-4809-86E8-107BA75A5D43}" type="presOf" srcId="{130C0FCD-72C5-4AF7-B3E3-9D2F8D920095}" destId="{F0D6FF5C-A445-4A94-93F6-F3CEEB6BB267}" srcOrd="0" destOrd="0" presId="urn:microsoft.com/office/officeart/2024/layout/MeetTheTeamCard"/>
    <dgm:cxn modelId="{59EA4A19-E2F2-43E9-AA81-82583B361B69}" type="presParOf" srcId="{8D914BE4-EFE2-4904-9022-04B7A3F30531}" destId="{65D87DB2-201B-45F0-87E4-B8C4A2A89FE7}" srcOrd="0" destOrd="0" presId="urn:microsoft.com/office/officeart/2024/layout/MeetTheTeamCard"/>
    <dgm:cxn modelId="{DA129264-741B-4044-91B7-6042F53E2EC2}" type="presParOf" srcId="{65D87DB2-201B-45F0-87E4-B8C4A2A89FE7}" destId="{7CAE822C-D4CE-4E4D-A390-33B88B1035EB}" srcOrd="0" destOrd="0" presId="urn:microsoft.com/office/officeart/2024/layout/MeetTheTeamCard"/>
    <dgm:cxn modelId="{D8B8A64D-931E-4FE4-AAE3-2BE6E7B6B83A}" type="presParOf" srcId="{65D87DB2-201B-45F0-87E4-B8C4A2A89FE7}" destId="{EECAA3B3-7A58-41A2-ADF6-A8273DF03376}" srcOrd="1" destOrd="0" presId="urn:microsoft.com/office/officeart/2024/layout/MeetTheTeamCard"/>
    <dgm:cxn modelId="{4A5EB7DA-719C-44F1-ACC8-6DA10E18310B}" type="presParOf" srcId="{65D87DB2-201B-45F0-87E4-B8C4A2A89FE7}" destId="{FF8BA001-E432-412D-9C41-01E3F2AC32E9}" srcOrd="2" destOrd="0" presId="urn:microsoft.com/office/officeart/2024/layout/MeetTheTeamCard"/>
    <dgm:cxn modelId="{23128DAB-F586-494D-8511-A1161F997A8C}" type="presParOf" srcId="{65D87DB2-201B-45F0-87E4-B8C4A2A89FE7}" destId="{1BE54877-72B9-4E78-B332-0D5AFD6AF059}" srcOrd="3" destOrd="0" presId="urn:microsoft.com/office/officeart/2024/layout/MeetTheTeamCard"/>
    <dgm:cxn modelId="{10E14A29-956C-4C5B-84FC-D7E592F140AC}" type="presParOf" srcId="{8D914BE4-EFE2-4904-9022-04B7A3F30531}" destId="{89CB7BAB-0D12-4820-B56C-1DDF42BDF2E6}" srcOrd="1" destOrd="0" presId="urn:microsoft.com/office/officeart/2024/layout/MeetTheTeamCard"/>
    <dgm:cxn modelId="{038C8690-4FCE-4621-8B52-1C70009DE412}" type="presParOf" srcId="{8D914BE4-EFE2-4904-9022-04B7A3F30531}" destId="{E39D4EDF-2637-4885-B83E-788856EE520C}" srcOrd="2" destOrd="0" presId="urn:microsoft.com/office/officeart/2024/layout/MeetTheTeamCard"/>
    <dgm:cxn modelId="{FDBABDCD-B974-4277-B73E-D0DF7F73B17E}" type="presParOf" srcId="{E39D4EDF-2637-4885-B83E-788856EE520C}" destId="{E5EC4FBA-8BAF-4ED0-B9AE-46C0F28AFACE}" srcOrd="0" destOrd="0" presId="urn:microsoft.com/office/officeart/2024/layout/MeetTheTeamCard"/>
    <dgm:cxn modelId="{6D79B7ED-E9D6-4774-9D37-C28C6A103E3D}" type="presParOf" srcId="{E39D4EDF-2637-4885-B83E-788856EE520C}" destId="{A111DE36-453E-44A8-A6D3-EA9DF8D1B21F}" srcOrd="1" destOrd="0" presId="urn:microsoft.com/office/officeart/2024/layout/MeetTheTeamCard"/>
    <dgm:cxn modelId="{72EB1F31-2803-43AB-9E30-A1C6BF4942BE}" type="presParOf" srcId="{E39D4EDF-2637-4885-B83E-788856EE520C}" destId="{3C9FD978-D724-4DEC-8BB8-653DDDE5C3C7}" srcOrd="2" destOrd="0" presId="urn:microsoft.com/office/officeart/2024/layout/MeetTheTeamCard"/>
    <dgm:cxn modelId="{EC9F0FB7-9217-4CE3-8DB1-E2D8C6C7E03C}" type="presParOf" srcId="{E39D4EDF-2637-4885-B83E-788856EE520C}" destId="{4B933102-50E3-4265-A0B7-FB7E22927093}" srcOrd="3" destOrd="0" presId="urn:microsoft.com/office/officeart/2024/layout/MeetTheTeamCard"/>
    <dgm:cxn modelId="{0C9E1633-C076-4B44-B0A7-4CFE2E02AF4A}" type="presParOf" srcId="{8D914BE4-EFE2-4904-9022-04B7A3F30531}" destId="{FAA01F28-CA81-4254-9770-D34A63DBF956}" srcOrd="3" destOrd="0" presId="urn:microsoft.com/office/officeart/2024/layout/MeetTheTeamCard"/>
    <dgm:cxn modelId="{6CF6D65D-0A7D-4D29-9BC2-0F03CE5FF80D}" type="presParOf" srcId="{8D914BE4-EFE2-4904-9022-04B7A3F30531}" destId="{880358E3-10B7-45AB-8AAF-DBF1CFD1F85D}" srcOrd="4" destOrd="0" presId="urn:microsoft.com/office/officeart/2024/layout/MeetTheTeamCard"/>
    <dgm:cxn modelId="{1C394AF7-C1FE-470A-A51C-BDACD44F71D3}" type="presParOf" srcId="{880358E3-10B7-45AB-8AAF-DBF1CFD1F85D}" destId="{F82ECACA-7495-41F5-A92F-F6CE89C45DCD}" srcOrd="0" destOrd="0" presId="urn:microsoft.com/office/officeart/2024/layout/MeetTheTeamCard"/>
    <dgm:cxn modelId="{D5FCA157-2CFB-4B2D-AA01-EEB745426040}" type="presParOf" srcId="{880358E3-10B7-45AB-8AAF-DBF1CFD1F85D}" destId="{5F01F5DD-5F83-4C4E-874B-FA48647F6A10}" srcOrd="1" destOrd="0" presId="urn:microsoft.com/office/officeart/2024/layout/MeetTheTeamCard"/>
    <dgm:cxn modelId="{BEF5D8C3-6F3B-48F9-B44A-EBA0321A77BC}" type="presParOf" srcId="{880358E3-10B7-45AB-8AAF-DBF1CFD1F85D}" destId="{F0D6FF5C-A445-4A94-93F6-F3CEEB6BB267}" srcOrd="2" destOrd="0" presId="urn:microsoft.com/office/officeart/2024/layout/MeetTheTeamCard"/>
    <dgm:cxn modelId="{258300F2-7830-4B3C-8A25-B5093D87A9F9}" type="presParOf" srcId="{880358E3-10B7-45AB-8AAF-DBF1CFD1F85D}" destId="{CE3D48EF-6037-44AB-98DC-1CB05E59727B}" srcOrd="3" destOrd="0" presId="urn:microsoft.com/office/officeart/2024/layout/MeetTheTeamCard"/>
    <dgm:cxn modelId="{689A095E-752A-49C1-8B03-18ABFAF261A6}" type="presParOf" srcId="{8D914BE4-EFE2-4904-9022-04B7A3F30531}" destId="{7F33A191-BF3F-4890-BACB-9608AF43A476}" srcOrd="5" destOrd="0" presId="urn:microsoft.com/office/officeart/2024/layout/MeetTheTeamCard"/>
    <dgm:cxn modelId="{AEAB912B-F4E7-4F0B-AC3C-9FDD3F2FDD14}" type="presParOf" srcId="{8D914BE4-EFE2-4904-9022-04B7A3F30531}" destId="{2DDAF050-B861-44ED-81E1-7281C7E2C78B}" srcOrd="6" destOrd="0" presId="urn:microsoft.com/office/officeart/2024/layout/MeetTheTeamCard"/>
    <dgm:cxn modelId="{2ADC417A-49EB-4D69-8FDD-86E37D429A35}" type="presParOf" srcId="{2DDAF050-B861-44ED-81E1-7281C7E2C78B}" destId="{038632E2-5F12-470E-94B4-8B51E5011239}" srcOrd="0" destOrd="0" presId="urn:microsoft.com/office/officeart/2024/layout/MeetTheTeamCard"/>
    <dgm:cxn modelId="{4D5A4699-CE69-4A96-8D88-FDC052890C98}" type="presParOf" srcId="{2DDAF050-B861-44ED-81E1-7281C7E2C78B}" destId="{D5B9CEF3-CE93-4453-ADF7-22B0D8E65267}" srcOrd="1" destOrd="0" presId="urn:microsoft.com/office/officeart/2024/layout/MeetTheTeamCard"/>
    <dgm:cxn modelId="{42BC0898-9430-4384-A9BF-2B3124EAC162}" type="presParOf" srcId="{2DDAF050-B861-44ED-81E1-7281C7E2C78B}" destId="{CC7BA510-7DFC-4312-B30C-C64A71EEB03A}" srcOrd="2" destOrd="0" presId="urn:microsoft.com/office/officeart/2024/layout/MeetTheTeamCard"/>
    <dgm:cxn modelId="{C691643A-B64F-41E2-AB34-4F72843671C4}" type="presParOf" srcId="{2DDAF050-B861-44ED-81E1-7281C7E2C78B}" destId="{C501BE08-36A2-4FB0-96E5-D0480BC4160E}" srcOrd="3" destOrd="0" presId="urn:microsoft.com/office/officeart/2024/layout/MeetTheTeamCard"/>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696AEB-F7C4-4C3D-9AF1-8535081D277B}" type="doc">
      <dgm:prSet loTypeId="urn:microsoft.com/office/officeart/2011/layout/CircleProcess" loCatId="process" qsTypeId="urn:microsoft.com/office/officeart/2005/8/quickstyle/simple4" qsCatId="simple" csTypeId="urn:microsoft.com/office/officeart/2005/8/colors/accent0_3" csCatId="mainScheme" phldr="1"/>
      <dgm:spPr/>
      <dgm:t>
        <a:bodyPr/>
        <a:lstStyle/>
        <a:p>
          <a:endParaRPr lang="en-US"/>
        </a:p>
      </dgm:t>
    </dgm:pt>
    <dgm:pt modelId="{E53EB5D7-7520-483B-98EB-8221FD0E6358}">
      <dgm:prSet phldrT="[Text]" phldr="0" custT="1"/>
      <dgm:spPr>
        <a:ln>
          <a:noFill/>
        </a:ln>
      </dgm:spPr>
      <dgm:t>
        <a:bodyPr/>
        <a:lstStyle/>
        <a:p>
          <a:r>
            <a:rPr lang="en-US" sz="2000" b="1" dirty="0">
              <a:solidFill>
                <a:srgbClr val="001F4D"/>
              </a:solidFill>
            </a:rPr>
            <a:t>FETCHING THE DATA</a:t>
          </a:r>
        </a:p>
      </dgm:t>
    </dgm:pt>
    <dgm:pt modelId="{EE90ABE9-84FD-4C37-84CC-5844C232828D}" type="parTrans" cxnId="{A43BC45F-1019-472E-B23A-C7765B5268CC}">
      <dgm:prSet/>
      <dgm:spPr/>
      <dgm:t>
        <a:bodyPr/>
        <a:lstStyle/>
        <a:p>
          <a:endParaRPr lang="en-US" sz="1600" b="1">
            <a:solidFill>
              <a:srgbClr val="001F4D"/>
            </a:solidFill>
          </a:endParaRPr>
        </a:p>
      </dgm:t>
    </dgm:pt>
    <dgm:pt modelId="{C7748E14-E551-41C7-8E55-40944AF7BCBA}" type="sibTrans" cxnId="{A43BC45F-1019-472E-B23A-C7765B5268CC}">
      <dgm:prSet/>
      <dgm:spPr/>
      <dgm:t>
        <a:bodyPr/>
        <a:lstStyle/>
        <a:p>
          <a:endParaRPr lang="en-US" sz="1600" b="1">
            <a:solidFill>
              <a:srgbClr val="001F4D"/>
            </a:solidFill>
          </a:endParaRPr>
        </a:p>
      </dgm:t>
    </dgm:pt>
    <dgm:pt modelId="{4090FB7C-0578-4142-8D25-86AEEB1588FD}">
      <dgm:prSet phldrT="[Text]" phldr="0" custT="1"/>
      <dgm:spPr>
        <a:ln>
          <a:noFill/>
        </a:ln>
      </dgm:spPr>
      <dgm:t>
        <a:bodyPr/>
        <a:lstStyle/>
        <a:p>
          <a:r>
            <a:rPr lang="en-US" sz="2000" b="1" dirty="0">
              <a:solidFill>
                <a:srgbClr val="001F4D"/>
              </a:solidFill>
            </a:rPr>
            <a:t>EDA</a:t>
          </a:r>
        </a:p>
      </dgm:t>
    </dgm:pt>
    <dgm:pt modelId="{305403F6-CDC5-400D-BD85-134F9AE8782A}" type="parTrans" cxnId="{47DD06C9-7B14-4F26-8796-BE80E91E3C94}">
      <dgm:prSet/>
      <dgm:spPr/>
      <dgm:t>
        <a:bodyPr/>
        <a:lstStyle/>
        <a:p>
          <a:endParaRPr lang="en-US" sz="1600" b="1">
            <a:solidFill>
              <a:srgbClr val="001F4D"/>
            </a:solidFill>
          </a:endParaRPr>
        </a:p>
      </dgm:t>
    </dgm:pt>
    <dgm:pt modelId="{E1A14341-B1E1-4596-8E80-CA09CA2997F3}" type="sibTrans" cxnId="{47DD06C9-7B14-4F26-8796-BE80E91E3C94}">
      <dgm:prSet/>
      <dgm:spPr/>
      <dgm:t>
        <a:bodyPr/>
        <a:lstStyle/>
        <a:p>
          <a:endParaRPr lang="en-US" sz="1600" b="1">
            <a:solidFill>
              <a:srgbClr val="001F4D"/>
            </a:solidFill>
          </a:endParaRPr>
        </a:p>
      </dgm:t>
    </dgm:pt>
    <dgm:pt modelId="{48EF4E53-41DD-4664-9E89-562B0BA5375F}">
      <dgm:prSet phldrT="[Text]" phldr="0" custT="1"/>
      <dgm:spPr>
        <a:ln>
          <a:noFill/>
        </a:ln>
      </dgm:spPr>
      <dgm:t>
        <a:bodyPr/>
        <a:lstStyle/>
        <a:p>
          <a:r>
            <a:rPr lang="en-US" sz="2000" b="1" dirty="0">
              <a:solidFill>
                <a:srgbClr val="001F4D"/>
              </a:solidFill>
            </a:rPr>
            <a:t>CLEANING THE DATA</a:t>
          </a:r>
        </a:p>
      </dgm:t>
    </dgm:pt>
    <dgm:pt modelId="{CCCA6E22-7436-450D-A99B-3FE24C159FF3}" type="parTrans" cxnId="{C8D81DEE-EA21-4597-8C32-671CC54CF23D}">
      <dgm:prSet/>
      <dgm:spPr/>
      <dgm:t>
        <a:bodyPr/>
        <a:lstStyle/>
        <a:p>
          <a:endParaRPr lang="en-US" sz="1600" b="1">
            <a:solidFill>
              <a:srgbClr val="001F4D"/>
            </a:solidFill>
          </a:endParaRPr>
        </a:p>
      </dgm:t>
    </dgm:pt>
    <dgm:pt modelId="{3F4E1F49-E972-4EF8-987A-AF364DE30291}" type="sibTrans" cxnId="{C8D81DEE-EA21-4597-8C32-671CC54CF23D}">
      <dgm:prSet/>
      <dgm:spPr/>
      <dgm:t>
        <a:bodyPr/>
        <a:lstStyle/>
        <a:p>
          <a:endParaRPr lang="en-US" sz="1600" b="1">
            <a:solidFill>
              <a:srgbClr val="001F4D"/>
            </a:solidFill>
          </a:endParaRPr>
        </a:p>
      </dgm:t>
    </dgm:pt>
    <dgm:pt modelId="{BA3497B1-FA8D-45D2-AEBC-8F004C8A3E08}">
      <dgm:prSet phldrT="[Text]" phldr="0" custT="1"/>
      <dgm:spPr>
        <a:ln>
          <a:noFill/>
        </a:ln>
      </dgm:spPr>
      <dgm:t>
        <a:bodyPr/>
        <a:lstStyle/>
        <a:p>
          <a:r>
            <a:rPr lang="en-US" sz="2000" b="1" dirty="0">
              <a:solidFill>
                <a:srgbClr val="001F4D"/>
              </a:solidFill>
            </a:rPr>
            <a:t>BALANCING THE DATA</a:t>
          </a:r>
        </a:p>
      </dgm:t>
    </dgm:pt>
    <dgm:pt modelId="{48AD9DA6-28C2-4A63-909F-5C2E3A779A13}" type="parTrans" cxnId="{8A67AAA8-B868-413A-89C7-B3392A438689}">
      <dgm:prSet/>
      <dgm:spPr/>
      <dgm:t>
        <a:bodyPr/>
        <a:lstStyle/>
        <a:p>
          <a:endParaRPr lang="en-US" sz="1600" b="1">
            <a:solidFill>
              <a:srgbClr val="001F4D"/>
            </a:solidFill>
          </a:endParaRPr>
        </a:p>
      </dgm:t>
    </dgm:pt>
    <dgm:pt modelId="{3BBF44FC-3856-415D-BD27-20AC2409E0C5}" type="sibTrans" cxnId="{8A67AAA8-B868-413A-89C7-B3392A438689}">
      <dgm:prSet/>
      <dgm:spPr/>
      <dgm:t>
        <a:bodyPr/>
        <a:lstStyle/>
        <a:p>
          <a:endParaRPr lang="en-US" sz="1600" b="1">
            <a:solidFill>
              <a:srgbClr val="001F4D"/>
            </a:solidFill>
          </a:endParaRPr>
        </a:p>
      </dgm:t>
    </dgm:pt>
    <dgm:pt modelId="{21DA84BF-757A-476A-AE7F-ED6861EC94CA}">
      <dgm:prSet phldrT="[Text]" phldr="0" custT="1"/>
      <dgm:spPr>
        <a:ln>
          <a:noFill/>
        </a:ln>
      </dgm:spPr>
      <dgm:t>
        <a:bodyPr/>
        <a:lstStyle/>
        <a:p>
          <a:r>
            <a:rPr lang="en-US" sz="2000" b="1" dirty="0">
              <a:solidFill>
                <a:srgbClr val="001F4D"/>
              </a:solidFill>
            </a:rPr>
            <a:t>SCALLING USING LOG</a:t>
          </a:r>
        </a:p>
      </dgm:t>
    </dgm:pt>
    <dgm:pt modelId="{FC55C1AE-9996-495C-A50E-DE17DF6BF03C}" type="parTrans" cxnId="{3FC60F8F-9D18-4317-B6CB-3CED3C5BAB51}">
      <dgm:prSet/>
      <dgm:spPr/>
      <dgm:t>
        <a:bodyPr/>
        <a:lstStyle/>
        <a:p>
          <a:endParaRPr lang="en-US" sz="1600" b="1">
            <a:solidFill>
              <a:srgbClr val="001F4D"/>
            </a:solidFill>
          </a:endParaRPr>
        </a:p>
      </dgm:t>
    </dgm:pt>
    <dgm:pt modelId="{559D4E47-9105-46D7-83D5-F8728E6FB487}" type="sibTrans" cxnId="{3FC60F8F-9D18-4317-B6CB-3CED3C5BAB51}">
      <dgm:prSet/>
      <dgm:spPr/>
      <dgm:t>
        <a:bodyPr/>
        <a:lstStyle/>
        <a:p>
          <a:endParaRPr lang="en-US" sz="1600" b="1">
            <a:solidFill>
              <a:srgbClr val="001F4D"/>
            </a:solidFill>
          </a:endParaRPr>
        </a:p>
      </dgm:t>
    </dgm:pt>
    <dgm:pt modelId="{4380356A-77E4-414F-850B-AC755E5FE826}">
      <dgm:prSet phldrT="[Text]" phldr="0" custT="1"/>
      <dgm:spPr>
        <a:ln>
          <a:noFill/>
        </a:ln>
      </dgm:spPr>
      <dgm:t>
        <a:bodyPr/>
        <a:lstStyle/>
        <a:p>
          <a:r>
            <a:rPr lang="en-US" sz="2000" b="1" dirty="0">
              <a:solidFill>
                <a:srgbClr val="001F4D"/>
              </a:solidFill>
            </a:rPr>
            <a:t>ENCODING</a:t>
          </a:r>
        </a:p>
        <a:p>
          <a:r>
            <a:rPr lang="en-US" sz="2000" b="1" dirty="0">
              <a:solidFill>
                <a:srgbClr val="001F4D"/>
              </a:solidFill>
            </a:rPr>
            <a:t>&amp; </a:t>
          </a:r>
        </a:p>
        <a:p>
          <a:r>
            <a:rPr lang="en-US" sz="2000" b="1" dirty="0">
              <a:solidFill>
                <a:srgbClr val="001F4D"/>
              </a:solidFill>
            </a:rPr>
            <a:t>SPLITTING</a:t>
          </a:r>
        </a:p>
      </dgm:t>
    </dgm:pt>
    <dgm:pt modelId="{76CBC03B-C85C-4687-BC0D-A9D7B2667F50}" type="parTrans" cxnId="{63F8FD18-5900-438D-9C6C-00E9F6645379}">
      <dgm:prSet/>
      <dgm:spPr/>
      <dgm:t>
        <a:bodyPr/>
        <a:lstStyle/>
        <a:p>
          <a:endParaRPr lang="en-US" sz="1600" b="1">
            <a:solidFill>
              <a:srgbClr val="001F4D"/>
            </a:solidFill>
          </a:endParaRPr>
        </a:p>
      </dgm:t>
    </dgm:pt>
    <dgm:pt modelId="{CEBAD6BC-D6CF-4F1A-8F2D-BB6B4911393E}" type="sibTrans" cxnId="{63F8FD18-5900-438D-9C6C-00E9F6645379}">
      <dgm:prSet/>
      <dgm:spPr/>
      <dgm:t>
        <a:bodyPr/>
        <a:lstStyle/>
        <a:p>
          <a:endParaRPr lang="en-US" sz="1600" b="1">
            <a:solidFill>
              <a:srgbClr val="001F4D"/>
            </a:solidFill>
          </a:endParaRPr>
        </a:p>
      </dgm:t>
    </dgm:pt>
    <dgm:pt modelId="{DB6EDC6D-B46D-460B-BA6F-E37A35A8E569}">
      <dgm:prSet phldrT="[Text]" phldr="0" custT="1"/>
      <dgm:spPr>
        <a:ln>
          <a:noFill/>
        </a:ln>
      </dgm:spPr>
      <dgm:t>
        <a:bodyPr/>
        <a:lstStyle/>
        <a:p>
          <a:r>
            <a:rPr lang="en-US" sz="2000" b="1" dirty="0">
              <a:solidFill>
                <a:srgbClr val="001F4D"/>
              </a:solidFill>
            </a:rPr>
            <a:t>MODEL TRAINING</a:t>
          </a:r>
        </a:p>
      </dgm:t>
    </dgm:pt>
    <dgm:pt modelId="{4A3D6680-C4A3-4D9F-9A1D-F2F1D6FE4887}" type="parTrans" cxnId="{7E7D26F2-297C-433B-996E-AAAE37626995}">
      <dgm:prSet/>
      <dgm:spPr/>
      <dgm:t>
        <a:bodyPr/>
        <a:lstStyle/>
        <a:p>
          <a:endParaRPr lang="en-US" sz="1600" b="1">
            <a:solidFill>
              <a:srgbClr val="001F4D"/>
            </a:solidFill>
          </a:endParaRPr>
        </a:p>
      </dgm:t>
    </dgm:pt>
    <dgm:pt modelId="{D6479FAC-8789-4DAC-98C6-BE40C2A540C6}" type="sibTrans" cxnId="{7E7D26F2-297C-433B-996E-AAAE37626995}">
      <dgm:prSet/>
      <dgm:spPr/>
      <dgm:t>
        <a:bodyPr/>
        <a:lstStyle/>
        <a:p>
          <a:endParaRPr lang="en-US" sz="1600" b="1">
            <a:solidFill>
              <a:srgbClr val="001F4D"/>
            </a:solidFill>
          </a:endParaRPr>
        </a:p>
      </dgm:t>
    </dgm:pt>
    <dgm:pt modelId="{E68EC632-9BF7-4575-AE9B-E6A5BF8A7C2F}">
      <dgm:prSet phldrT="[Text]" phldr="0" custT="1"/>
      <dgm:spPr>
        <a:ln>
          <a:noFill/>
        </a:ln>
      </dgm:spPr>
      <dgm:t>
        <a:bodyPr/>
        <a:lstStyle/>
        <a:p>
          <a:r>
            <a:rPr lang="en-US" sz="2000" b="1" dirty="0">
              <a:solidFill>
                <a:srgbClr val="001F4D"/>
              </a:solidFill>
            </a:rPr>
            <a:t>EVALUATION</a:t>
          </a:r>
        </a:p>
      </dgm:t>
    </dgm:pt>
    <dgm:pt modelId="{DDF1FF5E-D8A5-47DA-902B-3EB9F34FBD39}" type="parTrans" cxnId="{922C1E7B-0DD3-4BB0-88A7-DC1F617AEFD8}">
      <dgm:prSet/>
      <dgm:spPr/>
      <dgm:t>
        <a:bodyPr/>
        <a:lstStyle/>
        <a:p>
          <a:endParaRPr lang="en-US" sz="1600" b="1">
            <a:solidFill>
              <a:srgbClr val="001F4D"/>
            </a:solidFill>
          </a:endParaRPr>
        </a:p>
      </dgm:t>
    </dgm:pt>
    <dgm:pt modelId="{06610EAD-7040-4E62-9437-E92AE8FD3972}" type="sibTrans" cxnId="{922C1E7B-0DD3-4BB0-88A7-DC1F617AEFD8}">
      <dgm:prSet/>
      <dgm:spPr/>
      <dgm:t>
        <a:bodyPr/>
        <a:lstStyle/>
        <a:p>
          <a:endParaRPr lang="en-US" sz="1600" b="1">
            <a:solidFill>
              <a:srgbClr val="001F4D"/>
            </a:solidFill>
          </a:endParaRPr>
        </a:p>
      </dgm:t>
    </dgm:pt>
    <dgm:pt modelId="{17E20E2E-9470-4B33-B524-06C7D5A890AC}" type="pres">
      <dgm:prSet presAssocID="{0A696AEB-F7C4-4C3D-9AF1-8535081D277B}" presName="Name0" presStyleCnt="0">
        <dgm:presLayoutVars>
          <dgm:chMax val="11"/>
          <dgm:chPref val="11"/>
          <dgm:dir/>
          <dgm:resizeHandles/>
        </dgm:presLayoutVars>
      </dgm:prSet>
      <dgm:spPr/>
    </dgm:pt>
    <dgm:pt modelId="{BF0A8A98-07AD-4196-A5C2-2CA14F40852B}" type="pres">
      <dgm:prSet presAssocID="{E68EC632-9BF7-4575-AE9B-E6A5BF8A7C2F}" presName="Accent8" presStyleCnt="0"/>
      <dgm:spPr/>
    </dgm:pt>
    <dgm:pt modelId="{61E9DCB2-A5E8-4B1C-821A-15CD9A06400F}" type="pres">
      <dgm:prSet presAssocID="{E68EC632-9BF7-4575-AE9B-E6A5BF8A7C2F}" presName="Accent" presStyleLbl="node1" presStyleIdx="0" presStyleCnt="8"/>
      <dgm:spPr>
        <a:solidFill>
          <a:srgbClr val="001F4D"/>
        </a:solidFill>
        <a:ln>
          <a:solidFill>
            <a:srgbClr val="E93CB0"/>
          </a:solidFill>
        </a:ln>
      </dgm:spPr>
    </dgm:pt>
    <dgm:pt modelId="{2EBC73C3-5D43-40BD-9CE3-2C82DC2E8722}" type="pres">
      <dgm:prSet presAssocID="{E68EC632-9BF7-4575-AE9B-E6A5BF8A7C2F}" presName="ParentBackground8" presStyleCnt="0"/>
      <dgm:spPr/>
    </dgm:pt>
    <dgm:pt modelId="{01405176-BC46-4494-9F37-4714DB2F92F7}" type="pres">
      <dgm:prSet presAssocID="{E68EC632-9BF7-4575-AE9B-E6A5BF8A7C2F}" presName="ParentBackground" presStyleLbl="fgAcc1" presStyleIdx="0" presStyleCnt="8"/>
      <dgm:spPr/>
    </dgm:pt>
    <dgm:pt modelId="{09134B1E-DE01-4105-A761-02AA64817B40}" type="pres">
      <dgm:prSet presAssocID="{E68EC632-9BF7-4575-AE9B-E6A5BF8A7C2F}" presName="Parent8" presStyleLbl="revTx" presStyleIdx="0" presStyleCnt="0">
        <dgm:presLayoutVars>
          <dgm:chMax val="1"/>
          <dgm:chPref val="1"/>
          <dgm:bulletEnabled val="1"/>
        </dgm:presLayoutVars>
      </dgm:prSet>
      <dgm:spPr/>
    </dgm:pt>
    <dgm:pt modelId="{A2E79B38-B209-4CC7-9096-37E0F832D4AB}" type="pres">
      <dgm:prSet presAssocID="{DB6EDC6D-B46D-460B-BA6F-E37A35A8E569}" presName="Accent7" presStyleCnt="0"/>
      <dgm:spPr/>
    </dgm:pt>
    <dgm:pt modelId="{2AB65E92-C8FA-446C-B843-30F1B4536705}" type="pres">
      <dgm:prSet presAssocID="{DB6EDC6D-B46D-460B-BA6F-E37A35A8E569}" presName="Accent" presStyleLbl="node1" presStyleIdx="1" presStyleCnt="8"/>
      <dgm:spPr>
        <a:solidFill>
          <a:srgbClr val="001F4D"/>
        </a:solidFill>
        <a:ln>
          <a:solidFill>
            <a:srgbClr val="E93CB0"/>
          </a:solidFill>
        </a:ln>
      </dgm:spPr>
    </dgm:pt>
    <dgm:pt modelId="{1A8F0A93-94C1-4DBC-94D0-2D50D9C473C7}" type="pres">
      <dgm:prSet presAssocID="{DB6EDC6D-B46D-460B-BA6F-E37A35A8E569}" presName="ParentBackground7" presStyleCnt="0"/>
      <dgm:spPr/>
    </dgm:pt>
    <dgm:pt modelId="{1935E229-68AA-4248-974B-BD0EFAF57CC7}" type="pres">
      <dgm:prSet presAssocID="{DB6EDC6D-B46D-460B-BA6F-E37A35A8E569}" presName="ParentBackground" presStyleLbl="fgAcc1" presStyleIdx="1" presStyleCnt="8"/>
      <dgm:spPr/>
    </dgm:pt>
    <dgm:pt modelId="{4C1580D4-BADA-4AA1-999C-7DE4D6E1D1B3}" type="pres">
      <dgm:prSet presAssocID="{DB6EDC6D-B46D-460B-BA6F-E37A35A8E569}" presName="Parent7" presStyleLbl="revTx" presStyleIdx="0" presStyleCnt="0">
        <dgm:presLayoutVars>
          <dgm:chMax val="1"/>
          <dgm:chPref val="1"/>
          <dgm:bulletEnabled val="1"/>
        </dgm:presLayoutVars>
      </dgm:prSet>
      <dgm:spPr/>
    </dgm:pt>
    <dgm:pt modelId="{6EA94021-2E06-4DBC-B1B4-484801939F4E}" type="pres">
      <dgm:prSet presAssocID="{4380356A-77E4-414F-850B-AC755E5FE826}" presName="Accent6" presStyleCnt="0"/>
      <dgm:spPr/>
    </dgm:pt>
    <dgm:pt modelId="{7AF0CA02-CC3A-45D8-A306-F4DA511CBFE2}" type="pres">
      <dgm:prSet presAssocID="{4380356A-77E4-414F-850B-AC755E5FE826}" presName="Accent" presStyleLbl="node1" presStyleIdx="2" presStyleCnt="8"/>
      <dgm:spPr>
        <a:solidFill>
          <a:srgbClr val="001F4D"/>
        </a:solidFill>
        <a:ln>
          <a:solidFill>
            <a:srgbClr val="E93CB0"/>
          </a:solidFill>
        </a:ln>
      </dgm:spPr>
    </dgm:pt>
    <dgm:pt modelId="{3C0843A8-1B27-4CBB-A588-14FD084AE923}" type="pres">
      <dgm:prSet presAssocID="{4380356A-77E4-414F-850B-AC755E5FE826}" presName="ParentBackground6" presStyleCnt="0"/>
      <dgm:spPr/>
    </dgm:pt>
    <dgm:pt modelId="{A00D86C6-A3A9-489C-9078-74B559B9E9B2}" type="pres">
      <dgm:prSet presAssocID="{4380356A-77E4-414F-850B-AC755E5FE826}" presName="ParentBackground" presStyleLbl="fgAcc1" presStyleIdx="2" presStyleCnt="8"/>
      <dgm:spPr/>
    </dgm:pt>
    <dgm:pt modelId="{5AED94B8-615A-490B-BBFC-91CD89570D8F}" type="pres">
      <dgm:prSet presAssocID="{4380356A-77E4-414F-850B-AC755E5FE826}" presName="Parent6" presStyleLbl="revTx" presStyleIdx="0" presStyleCnt="0">
        <dgm:presLayoutVars>
          <dgm:chMax val="1"/>
          <dgm:chPref val="1"/>
          <dgm:bulletEnabled val="1"/>
        </dgm:presLayoutVars>
      </dgm:prSet>
      <dgm:spPr/>
    </dgm:pt>
    <dgm:pt modelId="{83855318-00A3-412F-A9D4-C7A786B4F2CE}" type="pres">
      <dgm:prSet presAssocID="{21DA84BF-757A-476A-AE7F-ED6861EC94CA}" presName="Accent5" presStyleCnt="0"/>
      <dgm:spPr/>
    </dgm:pt>
    <dgm:pt modelId="{BE04D663-5CEC-4279-AB5E-DB523C29E588}" type="pres">
      <dgm:prSet presAssocID="{21DA84BF-757A-476A-AE7F-ED6861EC94CA}" presName="Accent" presStyleLbl="node1" presStyleIdx="3" presStyleCnt="8"/>
      <dgm:spPr>
        <a:solidFill>
          <a:srgbClr val="001F4D"/>
        </a:solidFill>
        <a:ln>
          <a:solidFill>
            <a:srgbClr val="E93CB0"/>
          </a:solidFill>
        </a:ln>
      </dgm:spPr>
    </dgm:pt>
    <dgm:pt modelId="{1A7E2A91-2661-425A-B6C4-F8714A284EBC}" type="pres">
      <dgm:prSet presAssocID="{21DA84BF-757A-476A-AE7F-ED6861EC94CA}" presName="ParentBackground5" presStyleCnt="0"/>
      <dgm:spPr/>
    </dgm:pt>
    <dgm:pt modelId="{FC6252B0-6C9A-4879-8B1A-8308F43A6B7C}" type="pres">
      <dgm:prSet presAssocID="{21DA84BF-757A-476A-AE7F-ED6861EC94CA}" presName="ParentBackground" presStyleLbl="fgAcc1" presStyleIdx="3" presStyleCnt="8"/>
      <dgm:spPr/>
    </dgm:pt>
    <dgm:pt modelId="{84426AD7-B2B5-4C53-A9ED-E2F0962E48AC}" type="pres">
      <dgm:prSet presAssocID="{21DA84BF-757A-476A-AE7F-ED6861EC94CA}" presName="Parent5" presStyleLbl="revTx" presStyleIdx="0" presStyleCnt="0">
        <dgm:presLayoutVars>
          <dgm:chMax val="1"/>
          <dgm:chPref val="1"/>
          <dgm:bulletEnabled val="1"/>
        </dgm:presLayoutVars>
      </dgm:prSet>
      <dgm:spPr/>
    </dgm:pt>
    <dgm:pt modelId="{FAEA96D5-C78B-4866-B6FC-59151A61789C}" type="pres">
      <dgm:prSet presAssocID="{BA3497B1-FA8D-45D2-AEBC-8F004C8A3E08}" presName="Accent4" presStyleCnt="0"/>
      <dgm:spPr/>
    </dgm:pt>
    <dgm:pt modelId="{18407B31-D034-45F9-A0D2-D518FCF42427}" type="pres">
      <dgm:prSet presAssocID="{BA3497B1-FA8D-45D2-AEBC-8F004C8A3E08}" presName="Accent" presStyleLbl="node1" presStyleIdx="4" presStyleCnt="8"/>
      <dgm:spPr>
        <a:solidFill>
          <a:srgbClr val="001F4D"/>
        </a:solidFill>
        <a:ln>
          <a:solidFill>
            <a:srgbClr val="E93CB0"/>
          </a:solidFill>
        </a:ln>
      </dgm:spPr>
    </dgm:pt>
    <dgm:pt modelId="{A3475C8C-9881-43AC-99CE-5F1183FC8FEA}" type="pres">
      <dgm:prSet presAssocID="{BA3497B1-FA8D-45D2-AEBC-8F004C8A3E08}" presName="ParentBackground4" presStyleCnt="0"/>
      <dgm:spPr/>
    </dgm:pt>
    <dgm:pt modelId="{CCDB4389-EF86-4F03-A910-0BA3CF77F729}" type="pres">
      <dgm:prSet presAssocID="{BA3497B1-FA8D-45D2-AEBC-8F004C8A3E08}" presName="ParentBackground" presStyleLbl="fgAcc1" presStyleIdx="4" presStyleCnt="8"/>
      <dgm:spPr/>
    </dgm:pt>
    <dgm:pt modelId="{A5500743-5220-48B1-B1C2-FD7EDDEE7570}" type="pres">
      <dgm:prSet presAssocID="{BA3497B1-FA8D-45D2-AEBC-8F004C8A3E08}" presName="Parent4" presStyleLbl="revTx" presStyleIdx="0" presStyleCnt="0">
        <dgm:presLayoutVars>
          <dgm:chMax val="1"/>
          <dgm:chPref val="1"/>
          <dgm:bulletEnabled val="1"/>
        </dgm:presLayoutVars>
      </dgm:prSet>
      <dgm:spPr/>
    </dgm:pt>
    <dgm:pt modelId="{1EA701C9-31DC-4A92-BB99-46A7B0F1AF82}" type="pres">
      <dgm:prSet presAssocID="{48EF4E53-41DD-4664-9E89-562B0BA5375F}" presName="Accent3" presStyleCnt="0"/>
      <dgm:spPr/>
    </dgm:pt>
    <dgm:pt modelId="{524D4051-030E-4924-90C9-D952FFC14B18}" type="pres">
      <dgm:prSet presAssocID="{48EF4E53-41DD-4664-9E89-562B0BA5375F}" presName="Accent" presStyleLbl="node1" presStyleIdx="5" presStyleCnt="8"/>
      <dgm:spPr>
        <a:solidFill>
          <a:srgbClr val="001F4D"/>
        </a:solidFill>
        <a:ln>
          <a:solidFill>
            <a:srgbClr val="E93CB0"/>
          </a:solidFill>
        </a:ln>
      </dgm:spPr>
    </dgm:pt>
    <dgm:pt modelId="{E6EEFFBB-5381-4588-AE1A-3F401169AB25}" type="pres">
      <dgm:prSet presAssocID="{48EF4E53-41DD-4664-9E89-562B0BA5375F}" presName="ParentBackground3" presStyleCnt="0"/>
      <dgm:spPr/>
    </dgm:pt>
    <dgm:pt modelId="{1F638075-83F0-447A-91A2-F0FF38811881}" type="pres">
      <dgm:prSet presAssocID="{48EF4E53-41DD-4664-9E89-562B0BA5375F}" presName="ParentBackground" presStyleLbl="fgAcc1" presStyleIdx="5" presStyleCnt="8"/>
      <dgm:spPr/>
    </dgm:pt>
    <dgm:pt modelId="{ECFD863D-5598-4989-A245-D59BB3DE73F3}" type="pres">
      <dgm:prSet presAssocID="{48EF4E53-41DD-4664-9E89-562B0BA5375F}" presName="Parent3" presStyleLbl="revTx" presStyleIdx="0" presStyleCnt="0">
        <dgm:presLayoutVars>
          <dgm:chMax val="1"/>
          <dgm:chPref val="1"/>
          <dgm:bulletEnabled val="1"/>
        </dgm:presLayoutVars>
      </dgm:prSet>
      <dgm:spPr/>
    </dgm:pt>
    <dgm:pt modelId="{BA19FE45-DAF7-450D-A4D3-139BAE158471}" type="pres">
      <dgm:prSet presAssocID="{4090FB7C-0578-4142-8D25-86AEEB1588FD}" presName="Accent2" presStyleCnt="0"/>
      <dgm:spPr/>
    </dgm:pt>
    <dgm:pt modelId="{09900B38-BF09-4DA1-B063-1BADB6C3CBC2}" type="pres">
      <dgm:prSet presAssocID="{4090FB7C-0578-4142-8D25-86AEEB1588FD}" presName="Accent" presStyleLbl="node1" presStyleIdx="6" presStyleCnt="8"/>
      <dgm:spPr>
        <a:solidFill>
          <a:srgbClr val="001F4D"/>
        </a:solidFill>
        <a:ln>
          <a:solidFill>
            <a:srgbClr val="E93CB0"/>
          </a:solidFill>
        </a:ln>
      </dgm:spPr>
    </dgm:pt>
    <dgm:pt modelId="{47FFB039-535E-4708-A18E-13CA02E3047B}" type="pres">
      <dgm:prSet presAssocID="{4090FB7C-0578-4142-8D25-86AEEB1588FD}" presName="ParentBackground2" presStyleCnt="0"/>
      <dgm:spPr/>
    </dgm:pt>
    <dgm:pt modelId="{43280A95-299F-457D-A4AE-C5024B3A14D2}" type="pres">
      <dgm:prSet presAssocID="{4090FB7C-0578-4142-8D25-86AEEB1588FD}" presName="ParentBackground" presStyleLbl="fgAcc1" presStyleIdx="6" presStyleCnt="8"/>
      <dgm:spPr/>
    </dgm:pt>
    <dgm:pt modelId="{6A5F686B-F1D0-4609-89CB-E770B6D22CA6}" type="pres">
      <dgm:prSet presAssocID="{4090FB7C-0578-4142-8D25-86AEEB1588FD}" presName="Parent2" presStyleLbl="revTx" presStyleIdx="0" presStyleCnt="0">
        <dgm:presLayoutVars>
          <dgm:chMax val="1"/>
          <dgm:chPref val="1"/>
          <dgm:bulletEnabled val="1"/>
        </dgm:presLayoutVars>
      </dgm:prSet>
      <dgm:spPr/>
    </dgm:pt>
    <dgm:pt modelId="{5AC183CA-65C2-44BA-8139-03ED09F8BADD}" type="pres">
      <dgm:prSet presAssocID="{E53EB5D7-7520-483B-98EB-8221FD0E6358}" presName="Accent1" presStyleCnt="0"/>
      <dgm:spPr/>
    </dgm:pt>
    <dgm:pt modelId="{1ACB2183-4526-42D6-9BD5-3E82E6A8C790}" type="pres">
      <dgm:prSet presAssocID="{E53EB5D7-7520-483B-98EB-8221FD0E6358}" presName="Accent" presStyleLbl="node1" presStyleIdx="7" presStyleCnt="8"/>
      <dgm:spPr>
        <a:solidFill>
          <a:srgbClr val="001F4D"/>
        </a:solidFill>
        <a:ln>
          <a:solidFill>
            <a:srgbClr val="E93CB0"/>
          </a:solidFill>
        </a:ln>
      </dgm:spPr>
    </dgm:pt>
    <dgm:pt modelId="{ABE1EF4B-B543-4780-B722-E8E4BD6735CB}" type="pres">
      <dgm:prSet presAssocID="{E53EB5D7-7520-483B-98EB-8221FD0E6358}" presName="ParentBackground1" presStyleCnt="0"/>
      <dgm:spPr/>
    </dgm:pt>
    <dgm:pt modelId="{EDDBCEAB-3E08-4EC7-BFCC-707EFD548032}" type="pres">
      <dgm:prSet presAssocID="{E53EB5D7-7520-483B-98EB-8221FD0E6358}" presName="ParentBackground" presStyleLbl="fgAcc1" presStyleIdx="7" presStyleCnt="8"/>
      <dgm:spPr/>
    </dgm:pt>
    <dgm:pt modelId="{DDFF3ABF-3B6D-4BCA-BF65-356A8DD72996}" type="pres">
      <dgm:prSet presAssocID="{E53EB5D7-7520-483B-98EB-8221FD0E6358}" presName="Parent1" presStyleLbl="revTx" presStyleIdx="0" presStyleCnt="0">
        <dgm:presLayoutVars>
          <dgm:chMax val="1"/>
          <dgm:chPref val="1"/>
          <dgm:bulletEnabled val="1"/>
        </dgm:presLayoutVars>
      </dgm:prSet>
      <dgm:spPr/>
    </dgm:pt>
  </dgm:ptLst>
  <dgm:cxnLst>
    <dgm:cxn modelId="{BFDE4C11-4ED7-47CB-9400-64651C6B42F0}" type="presOf" srcId="{21DA84BF-757A-476A-AE7F-ED6861EC94CA}" destId="{FC6252B0-6C9A-4879-8B1A-8308F43A6B7C}" srcOrd="0" destOrd="0" presId="urn:microsoft.com/office/officeart/2011/layout/CircleProcess"/>
    <dgm:cxn modelId="{F2A3D417-3769-4001-A2E5-400074F2279C}" type="presOf" srcId="{4380356A-77E4-414F-850B-AC755E5FE826}" destId="{5AED94B8-615A-490B-BBFC-91CD89570D8F}" srcOrd="1" destOrd="0" presId="urn:microsoft.com/office/officeart/2011/layout/CircleProcess"/>
    <dgm:cxn modelId="{63F8FD18-5900-438D-9C6C-00E9F6645379}" srcId="{0A696AEB-F7C4-4C3D-9AF1-8535081D277B}" destId="{4380356A-77E4-414F-850B-AC755E5FE826}" srcOrd="5" destOrd="0" parTransId="{76CBC03B-C85C-4687-BC0D-A9D7B2667F50}" sibTransId="{CEBAD6BC-D6CF-4F1A-8F2D-BB6B4911393E}"/>
    <dgm:cxn modelId="{7DF20027-463B-4B4A-AFF7-90082204114E}" type="presOf" srcId="{DB6EDC6D-B46D-460B-BA6F-E37A35A8E569}" destId="{4C1580D4-BADA-4AA1-999C-7DE4D6E1D1B3}" srcOrd="1" destOrd="0" presId="urn:microsoft.com/office/officeart/2011/layout/CircleProcess"/>
    <dgm:cxn modelId="{AA0C482F-5ACC-4A3F-AD30-28153B7746D4}" type="presOf" srcId="{BA3497B1-FA8D-45D2-AEBC-8F004C8A3E08}" destId="{A5500743-5220-48B1-B1C2-FD7EDDEE7570}" srcOrd="1" destOrd="0" presId="urn:microsoft.com/office/officeart/2011/layout/CircleProcess"/>
    <dgm:cxn modelId="{9C9E8D2F-4488-4FAC-928D-0083EEB491CB}" type="presOf" srcId="{4380356A-77E4-414F-850B-AC755E5FE826}" destId="{A00D86C6-A3A9-489C-9078-74B559B9E9B2}" srcOrd="0" destOrd="0" presId="urn:microsoft.com/office/officeart/2011/layout/CircleProcess"/>
    <dgm:cxn modelId="{B6B6E05B-90D4-438A-95AD-5D5667ADE9A0}" type="presOf" srcId="{4090FB7C-0578-4142-8D25-86AEEB1588FD}" destId="{43280A95-299F-457D-A4AE-C5024B3A14D2}" srcOrd="0" destOrd="0" presId="urn:microsoft.com/office/officeart/2011/layout/CircleProcess"/>
    <dgm:cxn modelId="{A43BC45F-1019-472E-B23A-C7765B5268CC}" srcId="{0A696AEB-F7C4-4C3D-9AF1-8535081D277B}" destId="{E53EB5D7-7520-483B-98EB-8221FD0E6358}" srcOrd="0" destOrd="0" parTransId="{EE90ABE9-84FD-4C37-84CC-5844C232828D}" sibTransId="{C7748E14-E551-41C7-8E55-40944AF7BCBA}"/>
    <dgm:cxn modelId="{7870AD6D-5120-43F8-A0F3-8206D21DB9CA}" type="presOf" srcId="{E53EB5D7-7520-483B-98EB-8221FD0E6358}" destId="{EDDBCEAB-3E08-4EC7-BFCC-707EFD548032}" srcOrd="0" destOrd="0" presId="urn:microsoft.com/office/officeart/2011/layout/CircleProcess"/>
    <dgm:cxn modelId="{922C1E7B-0DD3-4BB0-88A7-DC1F617AEFD8}" srcId="{0A696AEB-F7C4-4C3D-9AF1-8535081D277B}" destId="{E68EC632-9BF7-4575-AE9B-E6A5BF8A7C2F}" srcOrd="7" destOrd="0" parTransId="{DDF1FF5E-D8A5-47DA-902B-3EB9F34FBD39}" sibTransId="{06610EAD-7040-4E62-9437-E92AE8FD3972}"/>
    <dgm:cxn modelId="{DCE3CC80-1CAA-4D74-A3A0-C6A537DF0F20}" type="presOf" srcId="{BA3497B1-FA8D-45D2-AEBC-8F004C8A3E08}" destId="{CCDB4389-EF86-4F03-A910-0BA3CF77F729}" srcOrd="0" destOrd="0" presId="urn:microsoft.com/office/officeart/2011/layout/CircleProcess"/>
    <dgm:cxn modelId="{B8A78383-1C33-4BFB-BC2F-33C4E59E149D}" type="presOf" srcId="{48EF4E53-41DD-4664-9E89-562B0BA5375F}" destId="{ECFD863D-5598-4989-A245-D59BB3DE73F3}" srcOrd="1" destOrd="0" presId="urn:microsoft.com/office/officeart/2011/layout/CircleProcess"/>
    <dgm:cxn modelId="{3FC60F8F-9D18-4317-B6CB-3CED3C5BAB51}" srcId="{0A696AEB-F7C4-4C3D-9AF1-8535081D277B}" destId="{21DA84BF-757A-476A-AE7F-ED6861EC94CA}" srcOrd="4" destOrd="0" parTransId="{FC55C1AE-9996-495C-A50E-DE17DF6BF03C}" sibTransId="{559D4E47-9105-46D7-83D5-F8728E6FB487}"/>
    <dgm:cxn modelId="{83465E9A-BA5F-4E8D-BCBD-6B038DF74858}" type="presOf" srcId="{4090FB7C-0578-4142-8D25-86AEEB1588FD}" destId="{6A5F686B-F1D0-4609-89CB-E770B6D22CA6}" srcOrd="1" destOrd="0" presId="urn:microsoft.com/office/officeart/2011/layout/CircleProcess"/>
    <dgm:cxn modelId="{B1DDDAA7-DE8D-4534-BC8D-E3A47D9BE220}" type="presOf" srcId="{21DA84BF-757A-476A-AE7F-ED6861EC94CA}" destId="{84426AD7-B2B5-4C53-A9ED-E2F0962E48AC}" srcOrd="1" destOrd="0" presId="urn:microsoft.com/office/officeart/2011/layout/CircleProcess"/>
    <dgm:cxn modelId="{8A67AAA8-B868-413A-89C7-B3392A438689}" srcId="{0A696AEB-F7C4-4C3D-9AF1-8535081D277B}" destId="{BA3497B1-FA8D-45D2-AEBC-8F004C8A3E08}" srcOrd="3" destOrd="0" parTransId="{48AD9DA6-28C2-4A63-909F-5C2E3A779A13}" sibTransId="{3BBF44FC-3856-415D-BD27-20AC2409E0C5}"/>
    <dgm:cxn modelId="{F7E1E2AB-2D96-47A2-BF59-0D4903C4AD22}" type="presOf" srcId="{DB6EDC6D-B46D-460B-BA6F-E37A35A8E569}" destId="{1935E229-68AA-4248-974B-BD0EFAF57CC7}" srcOrd="0" destOrd="0" presId="urn:microsoft.com/office/officeart/2011/layout/CircleProcess"/>
    <dgm:cxn modelId="{17991CAF-E927-4AD2-A167-51FCD364F0B4}" type="presOf" srcId="{E68EC632-9BF7-4575-AE9B-E6A5BF8A7C2F}" destId="{09134B1E-DE01-4105-A761-02AA64817B40}" srcOrd="1" destOrd="0" presId="urn:microsoft.com/office/officeart/2011/layout/CircleProcess"/>
    <dgm:cxn modelId="{47DD06C9-7B14-4F26-8796-BE80E91E3C94}" srcId="{0A696AEB-F7C4-4C3D-9AF1-8535081D277B}" destId="{4090FB7C-0578-4142-8D25-86AEEB1588FD}" srcOrd="1" destOrd="0" parTransId="{305403F6-CDC5-400D-BD85-134F9AE8782A}" sibTransId="{E1A14341-B1E1-4596-8E80-CA09CA2997F3}"/>
    <dgm:cxn modelId="{0BDC03D3-EB3A-4C05-B752-52392AAB5745}" type="presOf" srcId="{48EF4E53-41DD-4664-9E89-562B0BA5375F}" destId="{1F638075-83F0-447A-91A2-F0FF38811881}" srcOrd="0" destOrd="0" presId="urn:microsoft.com/office/officeart/2011/layout/CircleProcess"/>
    <dgm:cxn modelId="{D5FB9BDC-A666-42C9-B2B3-9E8CBF6C334A}" type="presOf" srcId="{0A696AEB-F7C4-4C3D-9AF1-8535081D277B}" destId="{17E20E2E-9470-4B33-B524-06C7D5A890AC}" srcOrd="0" destOrd="0" presId="urn:microsoft.com/office/officeart/2011/layout/CircleProcess"/>
    <dgm:cxn modelId="{C8D81DEE-EA21-4597-8C32-671CC54CF23D}" srcId="{0A696AEB-F7C4-4C3D-9AF1-8535081D277B}" destId="{48EF4E53-41DD-4664-9E89-562B0BA5375F}" srcOrd="2" destOrd="0" parTransId="{CCCA6E22-7436-450D-A99B-3FE24C159FF3}" sibTransId="{3F4E1F49-E972-4EF8-987A-AF364DE30291}"/>
    <dgm:cxn modelId="{7E7D26F2-297C-433B-996E-AAAE37626995}" srcId="{0A696AEB-F7C4-4C3D-9AF1-8535081D277B}" destId="{DB6EDC6D-B46D-460B-BA6F-E37A35A8E569}" srcOrd="6" destOrd="0" parTransId="{4A3D6680-C4A3-4D9F-9A1D-F2F1D6FE4887}" sibTransId="{D6479FAC-8789-4DAC-98C6-BE40C2A540C6}"/>
    <dgm:cxn modelId="{581051F8-FDAF-4649-9C05-BA13B0D0376C}" type="presOf" srcId="{E53EB5D7-7520-483B-98EB-8221FD0E6358}" destId="{DDFF3ABF-3B6D-4BCA-BF65-356A8DD72996}" srcOrd="1" destOrd="0" presId="urn:microsoft.com/office/officeart/2011/layout/CircleProcess"/>
    <dgm:cxn modelId="{1E8919F9-B88B-4C9D-970E-6A7EF472097E}" type="presOf" srcId="{E68EC632-9BF7-4575-AE9B-E6A5BF8A7C2F}" destId="{01405176-BC46-4494-9F37-4714DB2F92F7}" srcOrd="0" destOrd="0" presId="urn:microsoft.com/office/officeart/2011/layout/CircleProcess"/>
    <dgm:cxn modelId="{A27E54D8-F759-45BB-9C2A-54DBB793C36C}" type="presParOf" srcId="{17E20E2E-9470-4B33-B524-06C7D5A890AC}" destId="{BF0A8A98-07AD-4196-A5C2-2CA14F40852B}" srcOrd="0" destOrd="0" presId="urn:microsoft.com/office/officeart/2011/layout/CircleProcess"/>
    <dgm:cxn modelId="{C1B00393-7123-4DF6-A125-60814654AC75}" type="presParOf" srcId="{BF0A8A98-07AD-4196-A5C2-2CA14F40852B}" destId="{61E9DCB2-A5E8-4B1C-821A-15CD9A06400F}" srcOrd="0" destOrd="0" presId="urn:microsoft.com/office/officeart/2011/layout/CircleProcess"/>
    <dgm:cxn modelId="{D3D06298-239F-44DA-8C72-1E4C088B8CFE}" type="presParOf" srcId="{17E20E2E-9470-4B33-B524-06C7D5A890AC}" destId="{2EBC73C3-5D43-40BD-9CE3-2C82DC2E8722}" srcOrd="1" destOrd="0" presId="urn:microsoft.com/office/officeart/2011/layout/CircleProcess"/>
    <dgm:cxn modelId="{71249D1B-740F-40B6-A658-3EACC2586F5D}" type="presParOf" srcId="{2EBC73C3-5D43-40BD-9CE3-2C82DC2E8722}" destId="{01405176-BC46-4494-9F37-4714DB2F92F7}" srcOrd="0" destOrd="0" presId="urn:microsoft.com/office/officeart/2011/layout/CircleProcess"/>
    <dgm:cxn modelId="{8CAC24CA-21A9-43C8-B92E-D0892B9F1025}" type="presParOf" srcId="{17E20E2E-9470-4B33-B524-06C7D5A890AC}" destId="{09134B1E-DE01-4105-A761-02AA64817B40}" srcOrd="2" destOrd="0" presId="urn:microsoft.com/office/officeart/2011/layout/CircleProcess"/>
    <dgm:cxn modelId="{1E2DF40B-2345-4AB6-B660-D690E15C58FE}" type="presParOf" srcId="{17E20E2E-9470-4B33-B524-06C7D5A890AC}" destId="{A2E79B38-B209-4CC7-9096-37E0F832D4AB}" srcOrd="3" destOrd="0" presId="urn:microsoft.com/office/officeart/2011/layout/CircleProcess"/>
    <dgm:cxn modelId="{D0569CAF-DAAD-40D4-8FB9-C26A9926C3D0}" type="presParOf" srcId="{A2E79B38-B209-4CC7-9096-37E0F832D4AB}" destId="{2AB65E92-C8FA-446C-B843-30F1B4536705}" srcOrd="0" destOrd="0" presId="urn:microsoft.com/office/officeart/2011/layout/CircleProcess"/>
    <dgm:cxn modelId="{90049DA5-BCD5-423A-BD30-503B0EDD081B}" type="presParOf" srcId="{17E20E2E-9470-4B33-B524-06C7D5A890AC}" destId="{1A8F0A93-94C1-4DBC-94D0-2D50D9C473C7}" srcOrd="4" destOrd="0" presId="urn:microsoft.com/office/officeart/2011/layout/CircleProcess"/>
    <dgm:cxn modelId="{900D18E9-A932-437A-B680-3A94AB08F43D}" type="presParOf" srcId="{1A8F0A93-94C1-4DBC-94D0-2D50D9C473C7}" destId="{1935E229-68AA-4248-974B-BD0EFAF57CC7}" srcOrd="0" destOrd="0" presId="urn:microsoft.com/office/officeart/2011/layout/CircleProcess"/>
    <dgm:cxn modelId="{2045FD4F-651F-4D15-97F8-54A4D050BCFA}" type="presParOf" srcId="{17E20E2E-9470-4B33-B524-06C7D5A890AC}" destId="{4C1580D4-BADA-4AA1-999C-7DE4D6E1D1B3}" srcOrd="5" destOrd="0" presId="urn:microsoft.com/office/officeart/2011/layout/CircleProcess"/>
    <dgm:cxn modelId="{C2353058-5739-4D8E-B6AC-120E25A0B0A5}" type="presParOf" srcId="{17E20E2E-9470-4B33-B524-06C7D5A890AC}" destId="{6EA94021-2E06-4DBC-B1B4-484801939F4E}" srcOrd="6" destOrd="0" presId="urn:microsoft.com/office/officeart/2011/layout/CircleProcess"/>
    <dgm:cxn modelId="{05180498-3F3E-4431-B64B-257E8DA8914D}" type="presParOf" srcId="{6EA94021-2E06-4DBC-B1B4-484801939F4E}" destId="{7AF0CA02-CC3A-45D8-A306-F4DA511CBFE2}" srcOrd="0" destOrd="0" presId="urn:microsoft.com/office/officeart/2011/layout/CircleProcess"/>
    <dgm:cxn modelId="{90411172-DAC9-4FFD-BEBB-EEE4CFFEE714}" type="presParOf" srcId="{17E20E2E-9470-4B33-B524-06C7D5A890AC}" destId="{3C0843A8-1B27-4CBB-A588-14FD084AE923}" srcOrd="7" destOrd="0" presId="urn:microsoft.com/office/officeart/2011/layout/CircleProcess"/>
    <dgm:cxn modelId="{5A03D995-C8DD-4971-935B-A01D5AAE463F}" type="presParOf" srcId="{3C0843A8-1B27-4CBB-A588-14FD084AE923}" destId="{A00D86C6-A3A9-489C-9078-74B559B9E9B2}" srcOrd="0" destOrd="0" presId="urn:microsoft.com/office/officeart/2011/layout/CircleProcess"/>
    <dgm:cxn modelId="{1A767C4D-6E1E-49D5-8188-7E9EA3FF36E3}" type="presParOf" srcId="{17E20E2E-9470-4B33-B524-06C7D5A890AC}" destId="{5AED94B8-615A-490B-BBFC-91CD89570D8F}" srcOrd="8" destOrd="0" presId="urn:microsoft.com/office/officeart/2011/layout/CircleProcess"/>
    <dgm:cxn modelId="{07A0074D-474F-4502-B914-78C3C3540D90}" type="presParOf" srcId="{17E20E2E-9470-4B33-B524-06C7D5A890AC}" destId="{83855318-00A3-412F-A9D4-C7A786B4F2CE}" srcOrd="9" destOrd="0" presId="urn:microsoft.com/office/officeart/2011/layout/CircleProcess"/>
    <dgm:cxn modelId="{E230F2DB-3FF6-4359-9B74-12BB2E5F2DBE}" type="presParOf" srcId="{83855318-00A3-412F-A9D4-C7A786B4F2CE}" destId="{BE04D663-5CEC-4279-AB5E-DB523C29E588}" srcOrd="0" destOrd="0" presId="urn:microsoft.com/office/officeart/2011/layout/CircleProcess"/>
    <dgm:cxn modelId="{0D1B07CF-B98E-49C6-AF69-ED1D53FFAFA6}" type="presParOf" srcId="{17E20E2E-9470-4B33-B524-06C7D5A890AC}" destId="{1A7E2A91-2661-425A-B6C4-F8714A284EBC}" srcOrd="10" destOrd="0" presId="urn:microsoft.com/office/officeart/2011/layout/CircleProcess"/>
    <dgm:cxn modelId="{9B44B6A9-A924-4A99-A0B7-134944D37BA3}" type="presParOf" srcId="{1A7E2A91-2661-425A-B6C4-F8714A284EBC}" destId="{FC6252B0-6C9A-4879-8B1A-8308F43A6B7C}" srcOrd="0" destOrd="0" presId="urn:microsoft.com/office/officeart/2011/layout/CircleProcess"/>
    <dgm:cxn modelId="{F22D7961-9BEA-4107-AEDF-4EBFB0485B4E}" type="presParOf" srcId="{17E20E2E-9470-4B33-B524-06C7D5A890AC}" destId="{84426AD7-B2B5-4C53-A9ED-E2F0962E48AC}" srcOrd="11" destOrd="0" presId="urn:microsoft.com/office/officeart/2011/layout/CircleProcess"/>
    <dgm:cxn modelId="{29053A46-E8AE-45D1-8A81-78DBD4FD8D65}" type="presParOf" srcId="{17E20E2E-9470-4B33-B524-06C7D5A890AC}" destId="{FAEA96D5-C78B-4866-B6FC-59151A61789C}" srcOrd="12" destOrd="0" presId="urn:microsoft.com/office/officeart/2011/layout/CircleProcess"/>
    <dgm:cxn modelId="{FAB9C67F-D9CF-4C2E-866E-6D37E28CC118}" type="presParOf" srcId="{FAEA96D5-C78B-4866-B6FC-59151A61789C}" destId="{18407B31-D034-45F9-A0D2-D518FCF42427}" srcOrd="0" destOrd="0" presId="urn:microsoft.com/office/officeart/2011/layout/CircleProcess"/>
    <dgm:cxn modelId="{0DA854E5-023B-4A02-BE87-21144DA86282}" type="presParOf" srcId="{17E20E2E-9470-4B33-B524-06C7D5A890AC}" destId="{A3475C8C-9881-43AC-99CE-5F1183FC8FEA}" srcOrd="13" destOrd="0" presId="urn:microsoft.com/office/officeart/2011/layout/CircleProcess"/>
    <dgm:cxn modelId="{B9855AB8-AF3B-43D9-95EE-EA8BFD2AFE4F}" type="presParOf" srcId="{A3475C8C-9881-43AC-99CE-5F1183FC8FEA}" destId="{CCDB4389-EF86-4F03-A910-0BA3CF77F729}" srcOrd="0" destOrd="0" presId="urn:microsoft.com/office/officeart/2011/layout/CircleProcess"/>
    <dgm:cxn modelId="{BBCC2698-9A36-452A-B8ED-150AA334C322}" type="presParOf" srcId="{17E20E2E-9470-4B33-B524-06C7D5A890AC}" destId="{A5500743-5220-48B1-B1C2-FD7EDDEE7570}" srcOrd="14" destOrd="0" presId="urn:microsoft.com/office/officeart/2011/layout/CircleProcess"/>
    <dgm:cxn modelId="{A2AAB6C5-CF0F-47E8-8E0D-D9A23DACABCD}" type="presParOf" srcId="{17E20E2E-9470-4B33-B524-06C7D5A890AC}" destId="{1EA701C9-31DC-4A92-BB99-46A7B0F1AF82}" srcOrd="15" destOrd="0" presId="urn:microsoft.com/office/officeart/2011/layout/CircleProcess"/>
    <dgm:cxn modelId="{93792170-2A65-40E7-95C4-E8B2C0837A55}" type="presParOf" srcId="{1EA701C9-31DC-4A92-BB99-46A7B0F1AF82}" destId="{524D4051-030E-4924-90C9-D952FFC14B18}" srcOrd="0" destOrd="0" presId="urn:microsoft.com/office/officeart/2011/layout/CircleProcess"/>
    <dgm:cxn modelId="{757D4881-870C-40F7-ADFE-65BC1F460846}" type="presParOf" srcId="{17E20E2E-9470-4B33-B524-06C7D5A890AC}" destId="{E6EEFFBB-5381-4588-AE1A-3F401169AB25}" srcOrd="16" destOrd="0" presId="urn:microsoft.com/office/officeart/2011/layout/CircleProcess"/>
    <dgm:cxn modelId="{BE8B632F-C78E-4757-93C2-49406FDD13CE}" type="presParOf" srcId="{E6EEFFBB-5381-4588-AE1A-3F401169AB25}" destId="{1F638075-83F0-447A-91A2-F0FF38811881}" srcOrd="0" destOrd="0" presId="urn:microsoft.com/office/officeart/2011/layout/CircleProcess"/>
    <dgm:cxn modelId="{D0CFF38B-E30F-4CA7-8199-28AFB97BAEF1}" type="presParOf" srcId="{17E20E2E-9470-4B33-B524-06C7D5A890AC}" destId="{ECFD863D-5598-4989-A245-D59BB3DE73F3}" srcOrd="17" destOrd="0" presId="urn:microsoft.com/office/officeart/2011/layout/CircleProcess"/>
    <dgm:cxn modelId="{4133CF2B-DEC7-4F8E-BFC9-85E9E1E8C585}" type="presParOf" srcId="{17E20E2E-9470-4B33-B524-06C7D5A890AC}" destId="{BA19FE45-DAF7-450D-A4D3-139BAE158471}" srcOrd="18" destOrd="0" presId="urn:microsoft.com/office/officeart/2011/layout/CircleProcess"/>
    <dgm:cxn modelId="{C709D195-6A9E-4C78-B181-BB823799B1FF}" type="presParOf" srcId="{BA19FE45-DAF7-450D-A4D3-139BAE158471}" destId="{09900B38-BF09-4DA1-B063-1BADB6C3CBC2}" srcOrd="0" destOrd="0" presId="urn:microsoft.com/office/officeart/2011/layout/CircleProcess"/>
    <dgm:cxn modelId="{638DDD1F-44F0-41F8-A7C4-6F06B9767D20}" type="presParOf" srcId="{17E20E2E-9470-4B33-B524-06C7D5A890AC}" destId="{47FFB039-535E-4708-A18E-13CA02E3047B}" srcOrd="19" destOrd="0" presId="urn:microsoft.com/office/officeart/2011/layout/CircleProcess"/>
    <dgm:cxn modelId="{7BB8AF0E-A4E3-4077-AB1B-ACD8F0CBF981}" type="presParOf" srcId="{47FFB039-535E-4708-A18E-13CA02E3047B}" destId="{43280A95-299F-457D-A4AE-C5024B3A14D2}" srcOrd="0" destOrd="0" presId="urn:microsoft.com/office/officeart/2011/layout/CircleProcess"/>
    <dgm:cxn modelId="{E4AB4A81-D616-470A-A6D5-AB1426CB1F36}" type="presParOf" srcId="{17E20E2E-9470-4B33-B524-06C7D5A890AC}" destId="{6A5F686B-F1D0-4609-89CB-E770B6D22CA6}" srcOrd="20" destOrd="0" presId="urn:microsoft.com/office/officeart/2011/layout/CircleProcess"/>
    <dgm:cxn modelId="{FCC57285-50C7-4B66-BCA1-5487144495A7}" type="presParOf" srcId="{17E20E2E-9470-4B33-B524-06C7D5A890AC}" destId="{5AC183CA-65C2-44BA-8139-03ED09F8BADD}" srcOrd="21" destOrd="0" presId="urn:microsoft.com/office/officeart/2011/layout/CircleProcess"/>
    <dgm:cxn modelId="{0116AAD5-2F79-4679-8C51-DC758C166A42}" type="presParOf" srcId="{5AC183CA-65C2-44BA-8139-03ED09F8BADD}" destId="{1ACB2183-4526-42D6-9BD5-3E82E6A8C790}" srcOrd="0" destOrd="0" presId="urn:microsoft.com/office/officeart/2011/layout/CircleProcess"/>
    <dgm:cxn modelId="{3E91DDF2-99EE-4742-ACCB-1B06D9D5DC06}" type="presParOf" srcId="{17E20E2E-9470-4B33-B524-06C7D5A890AC}" destId="{ABE1EF4B-B543-4780-B722-E8E4BD6735CB}" srcOrd="22" destOrd="0" presId="urn:microsoft.com/office/officeart/2011/layout/CircleProcess"/>
    <dgm:cxn modelId="{04F32EE5-BB2F-4337-80FA-F262ECD457BC}" type="presParOf" srcId="{ABE1EF4B-B543-4780-B722-E8E4BD6735CB}" destId="{EDDBCEAB-3E08-4EC7-BFCC-707EFD548032}" srcOrd="0" destOrd="0" presId="urn:microsoft.com/office/officeart/2011/layout/CircleProcess"/>
    <dgm:cxn modelId="{68CC57B4-30D2-451C-8DA7-D02B55672B52}" type="presParOf" srcId="{17E20E2E-9470-4B33-B524-06C7D5A890AC}" destId="{DDFF3ABF-3B6D-4BCA-BF65-356A8DD72996}" srcOrd="23" destOrd="0" presId="urn:microsoft.com/office/officeart/2011/layout/CircleProcess"/>
  </dgm:cxnLst>
  <dgm:bg>
    <a:noFill/>
  </dgm:bg>
  <dgm:whole>
    <a:ln>
      <a:noFill/>
    </a:ln>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BDBC60-66F4-4726-9A59-6E565C90F6F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5FDCEE0-2AB2-4927-B027-EEEE435939D6}">
      <dgm:prSet phldrT="[Text]" phldr="0" custT="1"/>
      <dgm:spPr>
        <a:solidFill>
          <a:srgbClr val="001F4D"/>
        </a:solidFill>
        <a:ln>
          <a:solidFill>
            <a:srgbClr val="E93CB0"/>
          </a:solidFill>
        </a:ln>
      </dgm:spPr>
      <dgm:t>
        <a:bodyPr/>
        <a:lstStyle/>
        <a:p>
          <a:r>
            <a:rPr lang="en-US" sz="3200" dirty="0"/>
            <a:t>Balancing ways</a:t>
          </a:r>
        </a:p>
      </dgm:t>
    </dgm:pt>
    <dgm:pt modelId="{8D3F2836-4D83-46C6-9E4A-6C93B18A4B1C}" type="parTrans" cxnId="{6B9254BF-5876-441D-AA7E-1F98B81E0ED6}">
      <dgm:prSet/>
      <dgm:spPr/>
      <dgm:t>
        <a:bodyPr/>
        <a:lstStyle/>
        <a:p>
          <a:endParaRPr lang="en-US"/>
        </a:p>
      </dgm:t>
    </dgm:pt>
    <dgm:pt modelId="{1CCC55E8-0913-4983-9AF8-C3A0EC2FD5FC}" type="sibTrans" cxnId="{6B9254BF-5876-441D-AA7E-1F98B81E0ED6}">
      <dgm:prSet/>
      <dgm:spPr/>
      <dgm:t>
        <a:bodyPr/>
        <a:lstStyle/>
        <a:p>
          <a:endParaRPr lang="en-US"/>
        </a:p>
      </dgm:t>
    </dgm:pt>
    <dgm:pt modelId="{D9C9140A-9F06-46C7-B424-18AE06AAB2F6}">
      <dgm:prSet phldrT="[Text]" phldr="0" custT="1"/>
      <dgm:spPr>
        <a:solidFill>
          <a:srgbClr val="001F4D"/>
        </a:solidFill>
        <a:ln>
          <a:solidFill>
            <a:srgbClr val="E93CB0"/>
          </a:solidFill>
        </a:ln>
      </dgm:spPr>
      <dgm:t>
        <a:bodyPr/>
        <a:lstStyle/>
        <a:p>
          <a:r>
            <a:rPr lang="en-US" sz="3200" dirty="0"/>
            <a:t>Adding new samples until balance</a:t>
          </a:r>
        </a:p>
      </dgm:t>
    </dgm:pt>
    <dgm:pt modelId="{79DAD405-76F2-4CD1-B184-679B95B740C8}" type="parTrans" cxnId="{E90BBC19-3B63-434C-9281-41F0DEAD8290}">
      <dgm:prSet/>
      <dgm:spPr>
        <a:solidFill>
          <a:srgbClr val="001F4D"/>
        </a:solidFill>
        <a:ln>
          <a:solidFill>
            <a:srgbClr val="E93CB0"/>
          </a:solidFill>
        </a:ln>
      </dgm:spPr>
      <dgm:t>
        <a:bodyPr/>
        <a:lstStyle/>
        <a:p>
          <a:endParaRPr lang="en-US" sz="1400"/>
        </a:p>
      </dgm:t>
    </dgm:pt>
    <dgm:pt modelId="{0BB01DA6-1CA8-461F-9426-532F39D603AD}" type="sibTrans" cxnId="{E90BBC19-3B63-434C-9281-41F0DEAD8290}">
      <dgm:prSet/>
      <dgm:spPr/>
      <dgm:t>
        <a:bodyPr/>
        <a:lstStyle/>
        <a:p>
          <a:endParaRPr lang="en-US"/>
        </a:p>
      </dgm:t>
    </dgm:pt>
    <dgm:pt modelId="{24A3ED75-583F-4D08-95F8-7ED8553143CA}">
      <dgm:prSet phldrT="[Text]" phldr="0" custT="1"/>
      <dgm:spPr>
        <a:solidFill>
          <a:srgbClr val="001F4D"/>
        </a:solidFill>
        <a:ln>
          <a:solidFill>
            <a:srgbClr val="E93CB0"/>
          </a:solidFill>
        </a:ln>
      </dgm:spPr>
      <dgm:t>
        <a:bodyPr/>
        <a:lstStyle/>
        <a:p>
          <a:r>
            <a:rPr lang="en-US" sz="3200" dirty="0"/>
            <a:t>Removing samples until balance</a:t>
          </a:r>
        </a:p>
      </dgm:t>
    </dgm:pt>
    <dgm:pt modelId="{A1CE5A1E-62FE-4C71-984A-49AFC28A3DA1}" type="parTrans" cxnId="{E0FF3130-77AF-4903-BF79-95DC487CF6CA}">
      <dgm:prSet/>
      <dgm:spPr>
        <a:solidFill>
          <a:srgbClr val="001F4D"/>
        </a:solidFill>
        <a:ln>
          <a:solidFill>
            <a:srgbClr val="E93CB0"/>
          </a:solidFill>
        </a:ln>
      </dgm:spPr>
      <dgm:t>
        <a:bodyPr/>
        <a:lstStyle/>
        <a:p>
          <a:endParaRPr lang="en-US" sz="1400"/>
        </a:p>
      </dgm:t>
    </dgm:pt>
    <dgm:pt modelId="{D0B5093E-E885-4428-BC17-C0C5E0A30C11}" type="sibTrans" cxnId="{E0FF3130-77AF-4903-BF79-95DC487CF6CA}">
      <dgm:prSet/>
      <dgm:spPr/>
      <dgm:t>
        <a:bodyPr/>
        <a:lstStyle/>
        <a:p>
          <a:endParaRPr lang="en-US"/>
        </a:p>
      </dgm:t>
    </dgm:pt>
    <dgm:pt modelId="{389785B2-A30E-4753-AB94-9C31AF32170A}" type="pres">
      <dgm:prSet presAssocID="{62BDBC60-66F4-4726-9A59-6E565C90F6F9}" presName="hierChild1" presStyleCnt="0">
        <dgm:presLayoutVars>
          <dgm:orgChart val="1"/>
          <dgm:chPref val="1"/>
          <dgm:dir/>
          <dgm:animOne val="branch"/>
          <dgm:animLvl val="lvl"/>
          <dgm:resizeHandles/>
        </dgm:presLayoutVars>
      </dgm:prSet>
      <dgm:spPr/>
    </dgm:pt>
    <dgm:pt modelId="{DA1370E9-5B9B-44FB-A739-CC0F01022095}" type="pres">
      <dgm:prSet presAssocID="{15FDCEE0-2AB2-4927-B027-EEEE435939D6}" presName="hierRoot1" presStyleCnt="0">
        <dgm:presLayoutVars>
          <dgm:hierBranch val="init"/>
        </dgm:presLayoutVars>
      </dgm:prSet>
      <dgm:spPr/>
    </dgm:pt>
    <dgm:pt modelId="{820C5C36-8DF4-4E1F-A781-B0849226CDD0}" type="pres">
      <dgm:prSet presAssocID="{15FDCEE0-2AB2-4927-B027-EEEE435939D6}" presName="rootComposite1" presStyleCnt="0"/>
      <dgm:spPr/>
    </dgm:pt>
    <dgm:pt modelId="{46997915-2E87-421A-B6C6-09233BC7C23D}" type="pres">
      <dgm:prSet presAssocID="{15FDCEE0-2AB2-4927-B027-EEEE435939D6}" presName="rootText1" presStyleLbl="node0" presStyleIdx="0" presStyleCnt="1">
        <dgm:presLayoutVars>
          <dgm:chPref val="3"/>
        </dgm:presLayoutVars>
      </dgm:prSet>
      <dgm:spPr/>
    </dgm:pt>
    <dgm:pt modelId="{82D52C60-FF99-4D03-BBA6-3BDD5E92E888}" type="pres">
      <dgm:prSet presAssocID="{15FDCEE0-2AB2-4927-B027-EEEE435939D6}" presName="rootConnector1" presStyleLbl="node1" presStyleIdx="0" presStyleCnt="0"/>
      <dgm:spPr/>
    </dgm:pt>
    <dgm:pt modelId="{A1D1D657-E3BE-426B-92BC-03D9FA7CDBB5}" type="pres">
      <dgm:prSet presAssocID="{15FDCEE0-2AB2-4927-B027-EEEE435939D6}" presName="hierChild2" presStyleCnt="0"/>
      <dgm:spPr/>
    </dgm:pt>
    <dgm:pt modelId="{64B366B8-6A6C-40E2-9CA8-4791880FF021}" type="pres">
      <dgm:prSet presAssocID="{79DAD405-76F2-4CD1-B184-679B95B740C8}" presName="Name37" presStyleLbl="parChTrans1D2" presStyleIdx="0" presStyleCnt="2"/>
      <dgm:spPr/>
    </dgm:pt>
    <dgm:pt modelId="{412C5C15-3254-4705-ABDB-D99582A9D533}" type="pres">
      <dgm:prSet presAssocID="{D9C9140A-9F06-46C7-B424-18AE06AAB2F6}" presName="hierRoot2" presStyleCnt="0">
        <dgm:presLayoutVars>
          <dgm:hierBranch val="init"/>
        </dgm:presLayoutVars>
      </dgm:prSet>
      <dgm:spPr/>
    </dgm:pt>
    <dgm:pt modelId="{B22F85C0-B825-45CB-A69E-EAAA1AFA0E8B}" type="pres">
      <dgm:prSet presAssocID="{D9C9140A-9F06-46C7-B424-18AE06AAB2F6}" presName="rootComposite" presStyleCnt="0"/>
      <dgm:spPr/>
    </dgm:pt>
    <dgm:pt modelId="{39F971FD-650C-4A1D-A6F1-5D3A119E571B}" type="pres">
      <dgm:prSet presAssocID="{D9C9140A-9F06-46C7-B424-18AE06AAB2F6}" presName="rootText" presStyleLbl="node2" presStyleIdx="0" presStyleCnt="2">
        <dgm:presLayoutVars>
          <dgm:chPref val="3"/>
        </dgm:presLayoutVars>
      </dgm:prSet>
      <dgm:spPr/>
    </dgm:pt>
    <dgm:pt modelId="{F06842A9-3E7C-4320-80B4-F7FA5C538758}" type="pres">
      <dgm:prSet presAssocID="{D9C9140A-9F06-46C7-B424-18AE06AAB2F6}" presName="rootConnector" presStyleLbl="node2" presStyleIdx="0" presStyleCnt="2"/>
      <dgm:spPr/>
    </dgm:pt>
    <dgm:pt modelId="{253E3906-499F-426D-9967-040BBE4E8839}" type="pres">
      <dgm:prSet presAssocID="{D9C9140A-9F06-46C7-B424-18AE06AAB2F6}" presName="hierChild4" presStyleCnt="0"/>
      <dgm:spPr/>
    </dgm:pt>
    <dgm:pt modelId="{95764DFD-454D-4943-9F7C-5226E412FD53}" type="pres">
      <dgm:prSet presAssocID="{D9C9140A-9F06-46C7-B424-18AE06AAB2F6}" presName="hierChild5" presStyleCnt="0"/>
      <dgm:spPr/>
    </dgm:pt>
    <dgm:pt modelId="{738947D1-AFA0-43A3-AAB3-F457AD4FE273}" type="pres">
      <dgm:prSet presAssocID="{A1CE5A1E-62FE-4C71-984A-49AFC28A3DA1}" presName="Name37" presStyleLbl="parChTrans1D2" presStyleIdx="1" presStyleCnt="2"/>
      <dgm:spPr/>
    </dgm:pt>
    <dgm:pt modelId="{52C75AAE-AF7B-406A-ACE4-9C54737890F0}" type="pres">
      <dgm:prSet presAssocID="{24A3ED75-583F-4D08-95F8-7ED8553143CA}" presName="hierRoot2" presStyleCnt="0">
        <dgm:presLayoutVars>
          <dgm:hierBranch val="init"/>
        </dgm:presLayoutVars>
      </dgm:prSet>
      <dgm:spPr/>
    </dgm:pt>
    <dgm:pt modelId="{0ED4EDE1-374B-4A4D-9EFC-3F2CA8C1D545}" type="pres">
      <dgm:prSet presAssocID="{24A3ED75-583F-4D08-95F8-7ED8553143CA}" presName="rootComposite" presStyleCnt="0"/>
      <dgm:spPr/>
    </dgm:pt>
    <dgm:pt modelId="{BB74E9D4-BD9F-45CC-A7DB-80E1ED1FA567}" type="pres">
      <dgm:prSet presAssocID="{24A3ED75-583F-4D08-95F8-7ED8553143CA}" presName="rootText" presStyleLbl="node2" presStyleIdx="1" presStyleCnt="2">
        <dgm:presLayoutVars>
          <dgm:chPref val="3"/>
        </dgm:presLayoutVars>
      </dgm:prSet>
      <dgm:spPr/>
    </dgm:pt>
    <dgm:pt modelId="{A0783C0D-FE17-4E2D-BCAE-EFA0AADCD4C3}" type="pres">
      <dgm:prSet presAssocID="{24A3ED75-583F-4D08-95F8-7ED8553143CA}" presName="rootConnector" presStyleLbl="node2" presStyleIdx="1" presStyleCnt="2"/>
      <dgm:spPr/>
    </dgm:pt>
    <dgm:pt modelId="{7A1160DE-9965-400F-A25C-CEA128324523}" type="pres">
      <dgm:prSet presAssocID="{24A3ED75-583F-4D08-95F8-7ED8553143CA}" presName="hierChild4" presStyleCnt="0"/>
      <dgm:spPr/>
    </dgm:pt>
    <dgm:pt modelId="{5D90A11F-7E38-40E6-B613-1002011F7D3F}" type="pres">
      <dgm:prSet presAssocID="{24A3ED75-583F-4D08-95F8-7ED8553143CA}" presName="hierChild5" presStyleCnt="0"/>
      <dgm:spPr/>
    </dgm:pt>
    <dgm:pt modelId="{DF6CFCF1-629E-4817-BAA1-DB92AA5BC5F2}" type="pres">
      <dgm:prSet presAssocID="{15FDCEE0-2AB2-4927-B027-EEEE435939D6}" presName="hierChild3" presStyleCnt="0"/>
      <dgm:spPr/>
    </dgm:pt>
  </dgm:ptLst>
  <dgm:cxnLst>
    <dgm:cxn modelId="{5D0B1911-9D92-4515-BA92-079A9CA2C063}" type="presOf" srcId="{A1CE5A1E-62FE-4C71-984A-49AFC28A3DA1}" destId="{738947D1-AFA0-43A3-AAB3-F457AD4FE273}" srcOrd="0" destOrd="0" presId="urn:microsoft.com/office/officeart/2005/8/layout/orgChart1"/>
    <dgm:cxn modelId="{9295DA13-FCB6-4F43-A7D5-823CF9131B1B}" type="presOf" srcId="{D9C9140A-9F06-46C7-B424-18AE06AAB2F6}" destId="{39F971FD-650C-4A1D-A6F1-5D3A119E571B}" srcOrd="0" destOrd="0" presId="urn:microsoft.com/office/officeart/2005/8/layout/orgChart1"/>
    <dgm:cxn modelId="{E90BBC19-3B63-434C-9281-41F0DEAD8290}" srcId="{15FDCEE0-2AB2-4927-B027-EEEE435939D6}" destId="{D9C9140A-9F06-46C7-B424-18AE06AAB2F6}" srcOrd="0" destOrd="0" parTransId="{79DAD405-76F2-4CD1-B184-679B95B740C8}" sibTransId="{0BB01DA6-1CA8-461F-9426-532F39D603AD}"/>
    <dgm:cxn modelId="{A7826120-2BD9-4DA0-B9EE-DF3F0C9D4791}" type="presOf" srcId="{24A3ED75-583F-4D08-95F8-7ED8553143CA}" destId="{BB74E9D4-BD9F-45CC-A7DB-80E1ED1FA567}" srcOrd="0" destOrd="0" presId="urn:microsoft.com/office/officeart/2005/8/layout/orgChart1"/>
    <dgm:cxn modelId="{CAFD9B23-2C68-45CD-B35E-392353C88C46}" type="presOf" srcId="{62BDBC60-66F4-4726-9A59-6E565C90F6F9}" destId="{389785B2-A30E-4753-AB94-9C31AF32170A}" srcOrd="0" destOrd="0" presId="urn:microsoft.com/office/officeart/2005/8/layout/orgChart1"/>
    <dgm:cxn modelId="{E0FF3130-77AF-4903-BF79-95DC487CF6CA}" srcId="{15FDCEE0-2AB2-4927-B027-EEEE435939D6}" destId="{24A3ED75-583F-4D08-95F8-7ED8553143CA}" srcOrd="1" destOrd="0" parTransId="{A1CE5A1E-62FE-4C71-984A-49AFC28A3DA1}" sibTransId="{D0B5093E-E885-4428-BC17-C0C5E0A30C11}"/>
    <dgm:cxn modelId="{C7C3EB60-6E2B-455C-9F2D-7A19F5723ABF}" type="presOf" srcId="{D9C9140A-9F06-46C7-B424-18AE06AAB2F6}" destId="{F06842A9-3E7C-4320-80B4-F7FA5C538758}" srcOrd="1" destOrd="0" presId="urn:microsoft.com/office/officeart/2005/8/layout/orgChart1"/>
    <dgm:cxn modelId="{12F79649-D3F8-4F11-A922-DA5E950E354D}" type="presOf" srcId="{79DAD405-76F2-4CD1-B184-679B95B740C8}" destId="{64B366B8-6A6C-40E2-9CA8-4791880FF021}" srcOrd="0" destOrd="0" presId="urn:microsoft.com/office/officeart/2005/8/layout/orgChart1"/>
    <dgm:cxn modelId="{BC3CA76E-93B6-42D9-81B2-9E98013E7360}" type="presOf" srcId="{15FDCEE0-2AB2-4927-B027-EEEE435939D6}" destId="{82D52C60-FF99-4D03-BBA6-3BDD5E92E888}" srcOrd="1" destOrd="0" presId="urn:microsoft.com/office/officeart/2005/8/layout/orgChart1"/>
    <dgm:cxn modelId="{42EBF885-3493-4F24-B7FF-325F52CC47BA}" type="presOf" srcId="{24A3ED75-583F-4D08-95F8-7ED8553143CA}" destId="{A0783C0D-FE17-4E2D-BCAE-EFA0AADCD4C3}" srcOrd="1" destOrd="0" presId="urn:microsoft.com/office/officeart/2005/8/layout/orgChart1"/>
    <dgm:cxn modelId="{6B9254BF-5876-441D-AA7E-1F98B81E0ED6}" srcId="{62BDBC60-66F4-4726-9A59-6E565C90F6F9}" destId="{15FDCEE0-2AB2-4927-B027-EEEE435939D6}" srcOrd="0" destOrd="0" parTransId="{8D3F2836-4D83-46C6-9E4A-6C93B18A4B1C}" sibTransId="{1CCC55E8-0913-4983-9AF8-C3A0EC2FD5FC}"/>
    <dgm:cxn modelId="{6889E2DB-245E-4885-B47F-91F923AF7F30}" type="presOf" srcId="{15FDCEE0-2AB2-4927-B027-EEEE435939D6}" destId="{46997915-2E87-421A-B6C6-09233BC7C23D}" srcOrd="0" destOrd="0" presId="urn:microsoft.com/office/officeart/2005/8/layout/orgChart1"/>
    <dgm:cxn modelId="{5CD7BE11-B816-428D-8CF2-D77C2614F00C}" type="presParOf" srcId="{389785B2-A30E-4753-AB94-9C31AF32170A}" destId="{DA1370E9-5B9B-44FB-A739-CC0F01022095}" srcOrd="0" destOrd="0" presId="urn:microsoft.com/office/officeart/2005/8/layout/orgChart1"/>
    <dgm:cxn modelId="{9F881B70-CD3A-4864-A47E-F3306ECA959C}" type="presParOf" srcId="{DA1370E9-5B9B-44FB-A739-CC0F01022095}" destId="{820C5C36-8DF4-4E1F-A781-B0849226CDD0}" srcOrd="0" destOrd="0" presId="urn:microsoft.com/office/officeart/2005/8/layout/orgChart1"/>
    <dgm:cxn modelId="{D84A2657-22D5-4D06-86BC-F6E587C33FAD}" type="presParOf" srcId="{820C5C36-8DF4-4E1F-A781-B0849226CDD0}" destId="{46997915-2E87-421A-B6C6-09233BC7C23D}" srcOrd="0" destOrd="0" presId="urn:microsoft.com/office/officeart/2005/8/layout/orgChart1"/>
    <dgm:cxn modelId="{0410D901-BFAA-4121-8F94-0833C9D294A9}" type="presParOf" srcId="{820C5C36-8DF4-4E1F-A781-B0849226CDD0}" destId="{82D52C60-FF99-4D03-BBA6-3BDD5E92E888}" srcOrd="1" destOrd="0" presId="urn:microsoft.com/office/officeart/2005/8/layout/orgChart1"/>
    <dgm:cxn modelId="{C9CD0849-E1BE-4D8F-98A5-DAA38F89BCF0}" type="presParOf" srcId="{DA1370E9-5B9B-44FB-A739-CC0F01022095}" destId="{A1D1D657-E3BE-426B-92BC-03D9FA7CDBB5}" srcOrd="1" destOrd="0" presId="urn:microsoft.com/office/officeart/2005/8/layout/orgChart1"/>
    <dgm:cxn modelId="{A76A1A43-F054-4C86-98AD-E1BD95638305}" type="presParOf" srcId="{A1D1D657-E3BE-426B-92BC-03D9FA7CDBB5}" destId="{64B366B8-6A6C-40E2-9CA8-4791880FF021}" srcOrd="0" destOrd="0" presId="urn:microsoft.com/office/officeart/2005/8/layout/orgChart1"/>
    <dgm:cxn modelId="{BD59718C-969F-4290-9FC5-58488B5D6973}" type="presParOf" srcId="{A1D1D657-E3BE-426B-92BC-03D9FA7CDBB5}" destId="{412C5C15-3254-4705-ABDB-D99582A9D533}" srcOrd="1" destOrd="0" presId="urn:microsoft.com/office/officeart/2005/8/layout/orgChart1"/>
    <dgm:cxn modelId="{EAF8D85E-D7F0-45AF-874B-BDA961C11546}" type="presParOf" srcId="{412C5C15-3254-4705-ABDB-D99582A9D533}" destId="{B22F85C0-B825-45CB-A69E-EAAA1AFA0E8B}" srcOrd="0" destOrd="0" presId="urn:microsoft.com/office/officeart/2005/8/layout/orgChart1"/>
    <dgm:cxn modelId="{F8293B2F-7D8C-4347-8A5E-B842D68A6F87}" type="presParOf" srcId="{B22F85C0-B825-45CB-A69E-EAAA1AFA0E8B}" destId="{39F971FD-650C-4A1D-A6F1-5D3A119E571B}" srcOrd="0" destOrd="0" presId="urn:microsoft.com/office/officeart/2005/8/layout/orgChart1"/>
    <dgm:cxn modelId="{E0154979-D7F8-4D5A-AB27-D3BFB2CEFED1}" type="presParOf" srcId="{B22F85C0-B825-45CB-A69E-EAAA1AFA0E8B}" destId="{F06842A9-3E7C-4320-80B4-F7FA5C538758}" srcOrd="1" destOrd="0" presId="urn:microsoft.com/office/officeart/2005/8/layout/orgChart1"/>
    <dgm:cxn modelId="{ED41B4B9-A632-4595-B217-31071C8DA888}" type="presParOf" srcId="{412C5C15-3254-4705-ABDB-D99582A9D533}" destId="{253E3906-499F-426D-9967-040BBE4E8839}" srcOrd="1" destOrd="0" presId="urn:microsoft.com/office/officeart/2005/8/layout/orgChart1"/>
    <dgm:cxn modelId="{95490A45-C281-4079-926B-B04F5CFFC7F2}" type="presParOf" srcId="{412C5C15-3254-4705-ABDB-D99582A9D533}" destId="{95764DFD-454D-4943-9F7C-5226E412FD53}" srcOrd="2" destOrd="0" presId="urn:microsoft.com/office/officeart/2005/8/layout/orgChart1"/>
    <dgm:cxn modelId="{74102D8D-9E9D-4401-BBC9-D2B91252A700}" type="presParOf" srcId="{A1D1D657-E3BE-426B-92BC-03D9FA7CDBB5}" destId="{738947D1-AFA0-43A3-AAB3-F457AD4FE273}" srcOrd="2" destOrd="0" presId="urn:microsoft.com/office/officeart/2005/8/layout/orgChart1"/>
    <dgm:cxn modelId="{AA7943D1-456A-41D5-A99F-AD8D0BE75FC7}" type="presParOf" srcId="{A1D1D657-E3BE-426B-92BC-03D9FA7CDBB5}" destId="{52C75AAE-AF7B-406A-ACE4-9C54737890F0}" srcOrd="3" destOrd="0" presId="urn:microsoft.com/office/officeart/2005/8/layout/orgChart1"/>
    <dgm:cxn modelId="{659FE1C1-C1DC-49BD-915B-F905C5B92A95}" type="presParOf" srcId="{52C75AAE-AF7B-406A-ACE4-9C54737890F0}" destId="{0ED4EDE1-374B-4A4D-9EFC-3F2CA8C1D545}" srcOrd="0" destOrd="0" presId="urn:microsoft.com/office/officeart/2005/8/layout/orgChart1"/>
    <dgm:cxn modelId="{BE1BB25C-CA72-48D6-98C5-4527D010E245}" type="presParOf" srcId="{0ED4EDE1-374B-4A4D-9EFC-3F2CA8C1D545}" destId="{BB74E9D4-BD9F-45CC-A7DB-80E1ED1FA567}" srcOrd="0" destOrd="0" presId="urn:microsoft.com/office/officeart/2005/8/layout/orgChart1"/>
    <dgm:cxn modelId="{0276F4EF-974C-4E19-AC88-41993F5047B6}" type="presParOf" srcId="{0ED4EDE1-374B-4A4D-9EFC-3F2CA8C1D545}" destId="{A0783C0D-FE17-4E2D-BCAE-EFA0AADCD4C3}" srcOrd="1" destOrd="0" presId="urn:microsoft.com/office/officeart/2005/8/layout/orgChart1"/>
    <dgm:cxn modelId="{A77E7E07-6417-43D8-B9F2-94E694BD0563}" type="presParOf" srcId="{52C75AAE-AF7B-406A-ACE4-9C54737890F0}" destId="{7A1160DE-9965-400F-A25C-CEA128324523}" srcOrd="1" destOrd="0" presId="urn:microsoft.com/office/officeart/2005/8/layout/orgChart1"/>
    <dgm:cxn modelId="{974AE402-3340-4285-BEBE-6551E6FCAD88}" type="presParOf" srcId="{52C75AAE-AF7B-406A-ACE4-9C54737890F0}" destId="{5D90A11F-7E38-40E6-B613-1002011F7D3F}" srcOrd="2" destOrd="0" presId="urn:microsoft.com/office/officeart/2005/8/layout/orgChart1"/>
    <dgm:cxn modelId="{7A559021-DA9B-4BB0-A01F-0DFCC27A520A}" type="presParOf" srcId="{DA1370E9-5B9B-44FB-A739-CC0F01022095}" destId="{DF6CFCF1-629E-4817-BAA1-DB92AA5BC5F2}"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FB1C61-3ECA-4B09-AD03-9185056759D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9AAA333-2B9D-496E-AF9B-31F289AADC2C}">
      <dgm:prSet phldrT="[Text]" phldr="0" custT="1"/>
      <dgm:spPr>
        <a:solidFill>
          <a:srgbClr val="001F4D"/>
        </a:solidFill>
        <a:ln>
          <a:solidFill>
            <a:srgbClr val="E93CB0"/>
          </a:solidFill>
        </a:ln>
      </dgm:spPr>
      <dgm:t>
        <a:bodyPr/>
        <a:lstStyle/>
        <a:p>
          <a:r>
            <a:rPr lang="en-US" sz="3200" dirty="0"/>
            <a:t>ACTUAL APP </a:t>
          </a:r>
        </a:p>
      </dgm:t>
    </dgm:pt>
    <dgm:pt modelId="{D0D41794-325B-47EF-A16A-5C047F0BCD91}" type="parTrans" cxnId="{0CC73C54-FA8B-4776-B749-749F63A83304}">
      <dgm:prSet/>
      <dgm:spPr/>
      <dgm:t>
        <a:bodyPr/>
        <a:lstStyle/>
        <a:p>
          <a:endParaRPr lang="en-US"/>
        </a:p>
      </dgm:t>
    </dgm:pt>
    <dgm:pt modelId="{C3E88B4D-EC45-43C8-810A-F5986EE58B3F}" type="sibTrans" cxnId="{0CC73C54-FA8B-4776-B749-749F63A83304}">
      <dgm:prSet/>
      <dgm:spPr/>
      <dgm:t>
        <a:bodyPr/>
        <a:lstStyle/>
        <a:p>
          <a:endParaRPr lang="en-US"/>
        </a:p>
      </dgm:t>
    </dgm:pt>
    <dgm:pt modelId="{474C1033-44E6-4B90-82CA-AF4198B86969}">
      <dgm:prSet phldrT="[Text]" phldr="0" custT="1"/>
      <dgm:spPr>
        <a:solidFill>
          <a:srgbClr val="001F4D"/>
        </a:solidFill>
        <a:ln>
          <a:solidFill>
            <a:srgbClr val="E93CB0"/>
          </a:solidFill>
        </a:ln>
      </dgm:spPr>
      <dgm:t>
        <a:bodyPr/>
        <a:lstStyle/>
        <a:p>
          <a:r>
            <a:rPr lang="en-US" sz="3200" dirty="0"/>
            <a:t>GRADIO UI</a:t>
          </a:r>
        </a:p>
      </dgm:t>
    </dgm:pt>
    <dgm:pt modelId="{C051DBAB-1074-4D85-9204-838BED5C1CEB}" type="parTrans" cxnId="{2393F787-D25D-4942-A95F-C9834BCEBB52}">
      <dgm:prSet/>
      <dgm:spPr>
        <a:ln>
          <a:solidFill>
            <a:srgbClr val="E93CB0"/>
          </a:solidFill>
        </a:ln>
      </dgm:spPr>
      <dgm:t>
        <a:bodyPr/>
        <a:lstStyle/>
        <a:p>
          <a:endParaRPr lang="en-US" sz="1400"/>
        </a:p>
      </dgm:t>
    </dgm:pt>
    <dgm:pt modelId="{2A99D8E2-0696-44EC-AE56-EACABC50BF20}" type="sibTrans" cxnId="{2393F787-D25D-4942-A95F-C9834BCEBB52}">
      <dgm:prSet/>
      <dgm:spPr/>
      <dgm:t>
        <a:bodyPr/>
        <a:lstStyle/>
        <a:p>
          <a:endParaRPr lang="en-US"/>
        </a:p>
      </dgm:t>
    </dgm:pt>
    <dgm:pt modelId="{911AE28D-D481-453B-8EF6-B04DD435304D}">
      <dgm:prSet phldrT="[Text]" phldr="0" custT="1"/>
      <dgm:spPr>
        <a:solidFill>
          <a:srgbClr val="001F4D"/>
        </a:solidFill>
        <a:ln>
          <a:solidFill>
            <a:srgbClr val="E93CB0"/>
          </a:solidFill>
        </a:ln>
      </dgm:spPr>
      <dgm:t>
        <a:bodyPr/>
        <a:lstStyle/>
        <a:p>
          <a:r>
            <a:rPr lang="en-US" sz="3200"/>
            <a:t>FAST API</a:t>
          </a:r>
          <a:endParaRPr lang="en-US" sz="3200" dirty="0"/>
        </a:p>
      </dgm:t>
    </dgm:pt>
    <dgm:pt modelId="{B8C2387A-82EA-4AC5-B0B0-EF81DEDBF824}" type="parTrans" cxnId="{2C0DDAC6-4777-4156-B322-4651D00CBDDF}">
      <dgm:prSet/>
      <dgm:spPr>
        <a:ln>
          <a:solidFill>
            <a:srgbClr val="E93CB0"/>
          </a:solidFill>
        </a:ln>
      </dgm:spPr>
      <dgm:t>
        <a:bodyPr/>
        <a:lstStyle/>
        <a:p>
          <a:endParaRPr lang="en-US" sz="1400"/>
        </a:p>
      </dgm:t>
    </dgm:pt>
    <dgm:pt modelId="{667FB58D-EBDD-45E7-B1F7-985C42D8FBCC}" type="sibTrans" cxnId="{2C0DDAC6-4777-4156-B322-4651D00CBDDF}">
      <dgm:prSet/>
      <dgm:spPr/>
      <dgm:t>
        <a:bodyPr/>
        <a:lstStyle/>
        <a:p>
          <a:endParaRPr lang="en-US"/>
        </a:p>
      </dgm:t>
    </dgm:pt>
    <dgm:pt modelId="{D79D4CFC-6845-4851-9689-F29D2AECF404}">
      <dgm:prSet phldrT="[Text]" phldr="0" custT="1"/>
      <dgm:spPr>
        <a:solidFill>
          <a:srgbClr val="001F4D"/>
        </a:solidFill>
        <a:ln>
          <a:solidFill>
            <a:srgbClr val="E93CB0"/>
          </a:solidFill>
        </a:ln>
      </dgm:spPr>
      <dgm:t>
        <a:bodyPr/>
        <a:lstStyle/>
        <a:p>
          <a:r>
            <a:rPr lang="en-US" sz="3200" dirty="0"/>
            <a:t>FLASK</a:t>
          </a:r>
        </a:p>
      </dgm:t>
    </dgm:pt>
    <dgm:pt modelId="{594B91FF-91CF-41DD-8898-4679F2716205}" type="parTrans" cxnId="{7A680D78-9FB7-4112-ABCF-B61C0E06CD69}">
      <dgm:prSet/>
      <dgm:spPr>
        <a:ln>
          <a:solidFill>
            <a:srgbClr val="E93CB0"/>
          </a:solidFill>
        </a:ln>
      </dgm:spPr>
      <dgm:t>
        <a:bodyPr/>
        <a:lstStyle/>
        <a:p>
          <a:endParaRPr lang="en-US" sz="1400"/>
        </a:p>
      </dgm:t>
    </dgm:pt>
    <dgm:pt modelId="{68F9C29C-CFE7-414A-B4BF-02B88524CF29}" type="sibTrans" cxnId="{7A680D78-9FB7-4112-ABCF-B61C0E06CD69}">
      <dgm:prSet/>
      <dgm:spPr/>
      <dgm:t>
        <a:bodyPr/>
        <a:lstStyle/>
        <a:p>
          <a:endParaRPr lang="en-US"/>
        </a:p>
      </dgm:t>
    </dgm:pt>
    <dgm:pt modelId="{3AA61CE8-CD92-4DE0-88C8-AEC8F3B8CA5D}">
      <dgm:prSet phldrT="[Text]" phldr="0" custT="1"/>
      <dgm:spPr>
        <a:solidFill>
          <a:srgbClr val="001F4D"/>
        </a:solidFill>
        <a:ln>
          <a:solidFill>
            <a:srgbClr val="E93CB0"/>
          </a:solidFill>
        </a:ln>
      </dgm:spPr>
      <dgm:t>
        <a:bodyPr/>
        <a:lstStyle/>
        <a:p>
          <a:r>
            <a:rPr lang="en-US" sz="3200" dirty="0"/>
            <a:t>STREAMLIT</a:t>
          </a:r>
        </a:p>
      </dgm:t>
    </dgm:pt>
    <dgm:pt modelId="{4D6DDB1D-D35C-436B-B50F-6FF0331C6595}" type="parTrans" cxnId="{A3DFB749-6D13-4C25-B016-6146EDBBCD5E}">
      <dgm:prSet/>
      <dgm:spPr>
        <a:ln>
          <a:solidFill>
            <a:srgbClr val="E93CB0"/>
          </a:solidFill>
        </a:ln>
      </dgm:spPr>
      <dgm:t>
        <a:bodyPr/>
        <a:lstStyle/>
        <a:p>
          <a:endParaRPr lang="en-US" sz="1400"/>
        </a:p>
      </dgm:t>
    </dgm:pt>
    <dgm:pt modelId="{19D240F4-A886-4D25-B046-662F05FD8406}" type="sibTrans" cxnId="{A3DFB749-6D13-4C25-B016-6146EDBBCD5E}">
      <dgm:prSet/>
      <dgm:spPr/>
      <dgm:t>
        <a:bodyPr/>
        <a:lstStyle/>
        <a:p>
          <a:endParaRPr lang="en-US"/>
        </a:p>
      </dgm:t>
    </dgm:pt>
    <dgm:pt modelId="{2870FDA1-5987-4AAC-B0DB-9CFC8D35EE46}" type="pres">
      <dgm:prSet presAssocID="{E4FB1C61-3ECA-4B09-AD03-9185056759DF}" presName="hierChild1" presStyleCnt="0">
        <dgm:presLayoutVars>
          <dgm:orgChart val="1"/>
          <dgm:chPref val="1"/>
          <dgm:dir/>
          <dgm:animOne val="branch"/>
          <dgm:animLvl val="lvl"/>
          <dgm:resizeHandles/>
        </dgm:presLayoutVars>
      </dgm:prSet>
      <dgm:spPr/>
    </dgm:pt>
    <dgm:pt modelId="{830DBC9C-D3B2-4B59-97A2-5D11DF86421D}" type="pres">
      <dgm:prSet presAssocID="{89AAA333-2B9D-496E-AF9B-31F289AADC2C}" presName="hierRoot1" presStyleCnt="0">
        <dgm:presLayoutVars>
          <dgm:hierBranch val="init"/>
        </dgm:presLayoutVars>
      </dgm:prSet>
      <dgm:spPr/>
    </dgm:pt>
    <dgm:pt modelId="{C7AFE6DC-4631-40FD-928B-B0E4F34FC18B}" type="pres">
      <dgm:prSet presAssocID="{89AAA333-2B9D-496E-AF9B-31F289AADC2C}" presName="rootComposite1" presStyleCnt="0"/>
      <dgm:spPr/>
    </dgm:pt>
    <dgm:pt modelId="{824730B1-A7FB-468B-8A13-D7215FAB556C}" type="pres">
      <dgm:prSet presAssocID="{89AAA333-2B9D-496E-AF9B-31F289AADC2C}" presName="rootText1" presStyleLbl="node0" presStyleIdx="0" presStyleCnt="1" custScaleX="144837">
        <dgm:presLayoutVars>
          <dgm:chPref val="3"/>
        </dgm:presLayoutVars>
      </dgm:prSet>
      <dgm:spPr/>
    </dgm:pt>
    <dgm:pt modelId="{2F007ED9-162D-4D15-B086-1086E5452EE2}" type="pres">
      <dgm:prSet presAssocID="{89AAA333-2B9D-496E-AF9B-31F289AADC2C}" presName="rootConnector1" presStyleLbl="node1" presStyleIdx="0" presStyleCnt="0"/>
      <dgm:spPr/>
    </dgm:pt>
    <dgm:pt modelId="{EAD84832-5730-416E-9D2F-52115D300AB0}" type="pres">
      <dgm:prSet presAssocID="{89AAA333-2B9D-496E-AF9B-31F289AADC2C}" presName="hierChild2" presStyleCnt="0"/>
      <dgm:spPr/>
    </dgm:pt>
    <dgm:pt modelId="{E22FB92A-ABF3-41AC-9EAB-0A92C3F1EDA7}" type="pres">
      <dgm:prSet presAssocID="{C051DBAB-1074-4D85-9204-838BED5C1CEB}" presName="Name37" presStyleLbl="parChTrans1D2" presStyleIdx="0" presStyleCnt="4"/>
      <dgm:spPr/>
    </dgm:pt>
    <dgm:pt modelId="{3D295B2A-2855-4A4C-A95B-097F15B1B6D0}" type="pres">
      <dgm:prSet presAssocID="{474C1033-44E6-4B90-82CA-AF4198B86969}" presName="hierRoot2" presStyleCnt="0">
        <dgm:presLayoutVars>
          <dgm:hierBranch val="init"/>
        </dgm:presLayoutVars>
      </dgm:prSet>
      <dgm:spPr/>
    </dgm:pt>
    <dgm:pt modelId="{46BFF3EB-2667-4B00-B646-A76289FA2847}" type="pres">
      <dgm:prSet presAssocID="{474C1033-44E6-4B90-82CA-AF4198B86969}" presName="rootComposite" presStyleCnt="0"/>
      <dgm:spPr/>
    </dgm:pt>
    <dgm:pt modelId="{B96A1196-32B7-409C-B8C3-98786FAE7365}" type="pres">
      <dgm:prSet presAssocID="{474C1033-44E6-4B90-82CA-AF4198B86969}" presName="rootText" presStyleLbl="node2" presStyleIdx="0" presStyleCnt="4">
        <dgm:presLayoutVars>
          <dgm:chPref val="3"/>
        </dgm:presLayoutVars>
      </dgm:prSet>
      <dgm:spPr/>
    </dgm:pt>
    <dgm:pt modelId="{F49C49BD-A536-42B8-9362-111EF91380FE}" type="pres">
      <dgm:prSet presAssocID="{474C1033-44E6-4B90-82CA-AF4198B86969}" presName="rootConnector" presStyleLbl="node2" presStyleIdx="0" presStyleCnt="4"/>
      <dgm:spPr/>
    </dgm:pt>
    <dgm:pt modelId="{E8A25A55-BA29-4C0F-8F72-1A99697AEA4C}" type="pres">
      <dgm:prSet presAssocID="{474C1033-44E6-4B90-82CA-AF4198B86969}" presName="hierChild4" presStyleCnt="0"/>
      <dgm:spPr/>
    </dgm:pt>
    <dgm:pt modelId="{A1904F4F-095D-4E69-8D67-12C9F4F7B2DE}" type="pres">
      <dgm:prSet presAssocID="{474C1033-44E6-4B90-82CA-AF4198B86969}" presName="hierChild5" presStyleCnt="0"/>
      <dgm:spPr/>
    </dgm:pt>
    <dgm:pt modelId="{6B867250-50A9-4455-A5A5-87C1E3D2CB45}" type="pres">
      <dgm:prSet presAssocID="{B8C2387A-82EA-4AC5-B0B0-EF81DEDBF824}" presName="Name37" presStyleLbl="parChTrans1D2" presStyleIdx="1" presStyleCnt="4"/>
      <dgm:spPr/>
    </dgm:pt>
    <dgm:pt modelId="{A84AE4DC-7FC5-4D79-A6D5-1029B8DFD74E}" type="pres">
      <dgm:prSet presAssocID="{911AE28D-D481-453B-8EF6-B04DD435304D}" presName="hierRoot2" presStyleCnt="0">
        <dgm:presLayoutVars>
          <dgm:hierBranch val="init"/>
        </dgm:presLayoutVars>
      </dgm:prSet>
      <dgm:spPr/>
    </dgm:pt>
    <dgm:pt modelId="{1F39A756-E4D7-4165-9792-BF2AA2E746EF}" type="pres">
      <dgm:prSet presAssocID="{911AE28D-D481-453B-8EF6-B04DD435304D}" presName="rootComposite" presStyleCnt="0"/>
      <dgm:spPr/>
    </dgm:pt>
    <dgm:pt modelId="{AF426381-5303-4A74-A005-9C9B365DF13F}" type="pres">
      <dgm:prSet presAssocID="{911AE28D-D481-453B-8EF6-B04DD435304D}" presName="rootText" presStyleLbl="node2" presStyleIdx="1" presStyleCnt="4">
        <dgm:presLayoutVars>
          <dgm:chPref val="3"/>
        </dgm:presLayoutVars>
      </dgm:prSet>
      <dgm:spPr/>
    </dgm:pt>
    <dgm:pt modelId="{A580E4E7-1990-45EC-8C9D-79FCD09B9151}" type="pres">
      <dgm:prSet presAssocID="{911AE28D-D481-453B-8EF6-B04DD435304D}" presName="rootConnector" presStyleLbl="node2" presStyleIdx="1" presStyleCnt="4"/>
      <dgm:spPr/>
    </dgm:pt>
    <dgm:pt modelId="{7D049F2C-A777-4904-A9BF-32BC168E3C28}" type="pres">
      <dgm:prSet presAssocID="{911AE28D-D481-453B-8EF6-B04DD435304D}" presName="hierChild4" presStyleCnt="0"/>
      <dgm:spPr/>
    </dgm:pt>
    <dgm:pt modelId="{EE16C6E5-C0FE-46F4-BB0F-06687B1A0FE1}" type="pres">
      <dgm:prSet presAssocID="{911AE28D-D481-453B-8EF6-B04DD435304D}" presName="hierChild5" presStyleCnt="0"/>
      <dgm:spPr/>
    </dgm:pt>
    <dgm:pt modelId="{D0B42BD8-74D0-44EE-A641-C582C2D7F469}" type="pres">
      <dgm:prSet presAssocID="{594B91FF-91CF-41DD-8898-4679F2716205}" presName="Name37" presStyleLbl="parChTrans1D2" presStyleIdx="2" presStyleCnt="4"/>
      <dgm:spPr/>
    </dgm:pt>
    <dgm:pt modelId="{EACFB518-0794-4931-AE36-E48CE22C2F94}" type="pres">
      <dgm:prSet presAssocID="{D79D4CFC-6845-4851-9689-F29D2AECF404}" presName="hierRoot2" presStyleCnt="0">
        <dgm:presLayoutVars>
          <dgm:hierBranch val="init"/>
        </dgm:presLayoutVars>
      </dgm:prSet>
      <dgm:spPr/>
    </dgm:pt>
    <dgm:pt modelId="{EF7D6F86-16CB-4217-A882-2EEB2B986FE9}" type="pres">
      <dgm:prSet presAssocID="{D79D4CFC-6845-4851-9689-F29D2AECF404}" presName="rootComposite" presStyleCnt="0"/>
      <dgm:spPr/>
    </dgm:pt>
    <dgm:pt modelId="{52C2B782-37E0-43D4-9C74-C75B7A4641C4}" type="pres">
      <dgm:prSet presAssocID="{D79D4CFC-6845-4851-9689-F29D2AECF404}" presName="rootText" presStyleLbl="node2" presStyleIdx="2" presStyleCnt="4">
        <dgm:presLayoutVars>
          <dgm:chPref val="3"/>
        </dgm:presLayoutVars>
      </dgm:prSet>
      <dgm:spPr/>
    </dgm:pt>
    <dgm:pt modelId="{0C06C4B9-12C1-462A-A413-28992D8AFD12}" type="pres">
      <dgm:prSet presAssocID="{D79D4CFC-6845-4851-9689-F29D2AECF404}" presName="rootConnector" presStyleLbl="node2" presStyleIdx="2" presStyleCnt="4"/>
      <dgm:spPr/>
    </dgm:pt>
    <dgm:pt modelId="{6978BED8-178C-4EDF-B596-B7014D91A861}" type="pres">
      <dgm:prSet presAssocID="{D79D4CFC-6845-4851-9689-F29D2AECF404}" presName="hierChild4" presStyleCnt="0"/>
      <dgm:spPr/>
    </dgm:pt>
    <dgm:pt modelId="{8773954A-FE7F-46B1-AD3E-82D597BBC64F}" type="pres">
      <dgm:prSet presAssocID="{D79D4CFC-6845-4851-9689-F29D2AECF404}" presName="hierChild5" presStyleCnt="0"/>
      <dgm:spPr/>
    </dgm:pt>
    <dgm:pt modelId="{23E32289-95EF-46C0-BE82-63A258432E87}" type="pres">
      <dgm:prSet presAssocID="{4D6DDB1D-D35C-436B-B50F-6FF0331C6595}" presName="Name37" presStyleLbl="parChTrans1D2" presStyleIdx="3" presStyleCnt="4"/>
      <dgm:spPr/>
    </dgm:pt>
    <dgm:pt modelId="{D3993B13-A3B2-4B6F-8786-439B0EEE2930}" type="pres">
      <dgm:prSet presAssocID="{3AA61CE8-CD92-4DE0-88C8-AEC8F3B8CA5D}" presName="hierRoot2" presStyleCnt="0">
        <dgm:presLayoutVars>
          <dgm:hierBranch val="init"/>
        </dgm:presLayoutVars>
      </dgm:prSet>
      <dgm:spPr/>
    </dgm:pt>
    <dgm:pt modelId="{6480ACD5-79D2-4357-8468-8F692E988E95}" type="pres">
      <dgm:prSet presAssocID="{3AA61CE8-CD92-4DE0-88C8-AEC8F3B8CA5D}" presName="rootComposite" presStyleCnt="0"/>
      <dgm:spPr/>
    </dgm:pt>
    <dgm:pt modelId="{1D703986-33AB-4378-AF63-9C012E363D99}" type="pres">
      <dgm:prSet presAssocID="{3AA61CE8-CD92-4DE0-88C8-AEC8F3B8CA5D}" presName="rootText" presStyleLbl="node2" presStyleIdx="3" presStyleCnt="4">
        <dgm:presLayoutVars>
          <dgm:chPref val="3"/>
        </dgm:presLayoutVars>
      </dgm:prSet>
      <dgm:spPr/>
    </dgm:pt>
    <dgm:pt modelId="{A9E130D2-1E26-46BB-93FC-17D3FCB43462}" type="pres">
      <dgm:prSet presAssocID="{3AA61CE8-CD92-4DE0-88C8-AEC8F3B8CA5D}" presName="rootConnector" presStyleLbl="node2" presStyleIdx="3" presStyleCnt="4"/>
      <dgm:spPr/>
    </dgm:pt>
    <dgm:pt modelId="{98A8F857-7559-448C-B664-005351D2DEAA}" type="pres">
      <dgm:prSet presAssocID="{3AA61CE8-CD92-4DE0-88C8-AEC8F3B8CA5D}" presName="hierChild4" presStyleCnt="0"/>
      <dgm:spPr/>
    </dgm:pt>
    <dgm:pt modelId="{87EF4847-54DB-47C9-8C47-63184D33D283}" type="pres">
      <dgm:prSet presAssocID="{3AA61CE8-CD92-4DE0-88C8-AEC8F3B8CA5D}" presName="hierChild5" presStyleCnt="0"/>
      <dgm:spPr/>
    </dgm:pt>
    <dgm:pt modelId="{918DACEE-5789-4CF5-9154-E767BD457F22}" type="pres">
      <dgm:prSet presAssocID="{89AAA333-2B9D-496E-AF9B-31F289AADC2C}" presName="hierChild3" presStyleCnt="0"/>
      <dgm:spPr/>
    </dgm:pt>
  </dgm:ptLst>
  <dgm:cxnLst>
    <dgm:cxn modelId="{502B6A22-8826-45CF-AAA6-C0BC7C6678EA}" type="presOf" srcId="{B8C2387A-82EA-4AC5-B0B0-EF81DEDBF824}" destId="{6B867250-50A9-4455-A5A5-87C1E3D2CB45}" srcOrd="0" destOrd="0" presId="urn:microsoft.com/office/officeart/2005/8/layout/orgChart1"/>
    <dgm:cxn modelId="{A3DFB749-6D13-4C25-B016-6146EDBBCD5E}" srcId="{89AAA333-2B9D-496E-AF9B-31F289AADC2C}" destId="{3AA61CE8-CD92-4DE0-88C8-AEC8F3B8CA5D}" srcOrd="3" destOrd="0" parTransId="{4D6DDB1D-D35C-436B-B50F-6FF0331C6595}" sibTransId="{19D240F4-A886-4D25-B046-662F05FD8406}"/>
    <dgm:cxn modelId="{1059266A-B43C-4539-B3EA-2831222B2819}" type="presOf" srcId="{4D6DDB1D-D35C-436B-B50F-6FF0331C6595}" destId="{23E32289-95EF-46C0-BE82-63A258432E87}" srcOrd="0" destOrd="0" presId="urn:microsoft.com/office/officeart/2005/8/layout/orgChart1"/>
    <dgm:cxn modelId="{0D531252-DCF2-473E-9B9D-7AF180831CE4}" type="presOf" srcId="{911AE28D-D481-453B-8EF6-B04DD435304D}" destId="{A580E4E7-1990-45EC-8C9D-79FCD09B9151}" srcOrd="1" destOrd="0" presId="urn:microsoft.com/office/officeart/2005/8/layout/orgChart1"/>
    <dgm:cxn modelId="{3DCC2874-3196-4532-ACDF-E9A0EC8DD47D}" type="presOf" srcId="{C051DBAB-1074-4D85-9204-838BED5C1CEB}" destId="{E22FB92A-ABF3-41AC-9EAB-0A92C3F1EDA7}" srcOrd="0" destOrd="0" presId="urn:microsoft.com/office/officeart/2005/8/layout/orgChart1"/>
    <dgm:cxn modelId="{0CC73C54-FA8B-4776-B749-749F63A83304}" srcId="{E4FB1C61-3ECA-4B09-AD03-9185056759DF}" destId="{89AAA333-2B9D-496E-AF9B-31F289AADC2C}" srcOrd="0" destOrd="0" parTransId="{D0D41794-325B-47EF-A16A-5C047F0BCD91}" sibTransId="{C3E88B4D-EC45-43C8-810A-F5986EE58B3F}"/>
    <dgm:cxn modelId="{63C7ED55-6E0E-41BE-952B-153E0A1EDEF2}" type="presOf" srcId="{474C1033-44E6-4B90-82CA-AF4198B86969}" destId="{B96A1196-32B7-409C-B8C3-98786FAE7365}" srcOrd="0" destOrd="0" presId="urn:microsoft.com/office/officeart/2005/8/layout/orgChart1"/>
    <dgm:cxn modelId="{7A680D78-9FB7-4112-ABCF-B61C0E06CD69}" srcId="{89AAA333-2B9D-496E-AF9B-31F289AADC2C}" destId="{D79D4CFC-6845-4851-9689-F29D2AECF404}" srcOrd="2" destOrd="0" parTransId="{594B91FF-91CF-41DD-8898-4679F2716205}" sibTransId="{68F9C29C-CFE7-414A-B4BF-02B88524CF29}"/>
    <dgm:cxn modelId="{54409380-65B5-44AC-8E43-847648A2C513}" type="presOf" srcId="{594B91FF-91CF-41DD-8898-4679F2716205}" destId="{D0B42BD8-74D0-44EE-A641-C582C2D7F469}" srcOrd="0" destOrd="0" presId="urn:microsoft.com/office/officeart/2005/8/layout/orgChart1"/>
    <dgm:cxn modelId="{AA429182-186D-4BF9-BFB6-DC726B6DAAE3}" type="presOf" srcId="{E4FB1C61-3ECA-4B09-AD03-9185056759DF}" destId="{2870FDA1-5987-4AAC-B0DB-9CFC8D35EE46}" srcOrd="0" destOrd="0" presId="urn:microsoft.com/office/officeart/2005/8/layout/orgChart1"/>
    <dgm:cxn modelId="{89BEDA84-6960-41B0-BDD0-3BB78FB95DDD}" type="presOf" srcId="{89AAA333-2B9D-496E-AF9B-31F289AADC2C}" destId="{2F007ED9-162D-4D15-B086-1086E5452EE2}" srcOrd="1" destOrd="0" presId="urn:microsoft.com/office/officeart/2005/8/layout/orgChart1"/>
    <dgm:cxn modelId="{2393F787-D25D-4942-A95F-C9834BCEBB52}" srcId="{89AAA333-2B9D-496E-AF9B-31F289AADC2C}" destId="{474C1033-44E6-4B90-82CA-AF4198B86969}" srcOrd="0" destOrd="0" parTransId="{C051DBAB-1074-4D85-9204-838BED5C1CEB}" sibTransId="{2A99D8E2-0696-44EC-AE56-EACABC50BF20}"/>
    <dgm:cxn modelId="{96E037A3-D8FE-4044-BEC2-CA756FAF0078}" type="presOf" srcId="{D79D4CFC-6845-4851-9689-F29D2AECF404}" destId="{0C06C4B9-12C1-462A-A413-28992D8AFD12}" srcOrd="1" destOrd="0" presId="urn:microsoft.com/office/officeart/2005/8/layout/orgChart1"/>
    <dgm:cxn modelId="{D3F9B1B2-BC64-426C-973F-8D7ACEB73D75}" type="presOf" srcId="{D79D4CFC-6845-4851-9689-F29D2AECF404}" destId="{52C2B782-37E0-43D4-9C74-C75B7A4641C4}" srcOrd="0" destOrd="0" presId="urn:microsoft.com/office/officeart/2005/8/layout/orgChart1"/>
    <dgm:cxn modelId="{64617AC0-DC6C-485D-8687-00CEA1CD38B6}" type="presOf" srcId="{911AE28D-D481-453B-8EF6-B04DD435304D}" destId="{AF426381-5303-4A74-A005-9C9B365DF13F}" srcOrd="0" destOrd="0" presId="urn:microsoft.com/office/officeart/2005/8/layout/orgChart1"/>
    <dgm:cxn modelId="{5EC12FC3-3DF2-47C7-B7E1-1F6841802961}" type="presOf" srcId="{89AAA333-2B9D-496E-AF9B-31F289AADC2C}" destId="{824730B1-A7FB-468B-8A13-D7215FAB556C}" srcOrd="0" destOrd="0" presId="urn:microsoft.com/office/officeart/2005/8/layout/orgChart1"/>
    <dgm:cxn modelId="{07C7F8C4-5110-4E7B-8D95-3B476AFAAB55}" type="presOf" srcId="{474C1033-44E6-4B90-82CA-AF4198B86969}" destId="{F49C49BD-A536-42B8-9362-111EF91380FE}" srcOrd="1" destOrd="0" presId="urn:microsoft.com/office/officeart/2005/8/layout/orgChart1"/>
    <dgm:cxn modelId="{2C0DDAC6-4777-4156-B322-4651D00CBDDF}" srcId="{89AAA333-2B9D-496E-AF9B-31F289AADC2C}" destId="{911AE28D-D481-453B-8EF6-B04DD435304D}" srcOrd="1" destOrd="0" parTransId="{B8C2387A-82EA-4AC5-B0B0-EF81DEDBF824}" sibTransId="{667FB58D-EBDD-45E7-B1F7-985C42D8FBCC}"/>
    <dgm:cxn modelId="{D9149ACA-69B2-4C24-B344-AEF58C0E3203}" type="presOf" srcId="{3AA61CE8-CD92-4DE0-88C8-AEC8F3B8CA5D}" destId="{1D703986-33AB-4378-AF63-9C012E363D99}" srcOrd="0" destOrd="0" presId="urn:microsoft.com/office/officeart/2005/8/layout/orgChart1"/>
    <dgm:cxn modelId="{149A21E4-FBB3-4FCE-A818-403E3CFC7FB3}" type="presOf" srcId="{3AA61CE8-CD92-4DE0-88C8-AEC8F3B8CA5D}" destId="{A9E130D2-1E26-46BB-93FC-17D3FCB43462}" srcOrd="1" destOrd="0" presId="urn:microsoft.com/office/officeart/2005/8/layout/orgChart1"/>
    <dgm:cxn modelId="{6B925BA5-855B-42F7-A614-C98C54B9C834}" type="presParOf" srcId="{2870FDA1-5987-4AAC-B0DB-9CFC8D35EE46}" destId="{830DBC9C-D3B2-4B59-97A2-5D11DF86421D}" srcOrd="0" destOrd="0" presId="urn:microsoft.com/office/officeart/2005/8/layout/orgChart1"/>
    <dgm:cxn modelId="{8888F29F-2BA3-4CD8-B2F6-D68A110E9199}" type="presParOf" srcId="{830DBC9C-D3B2-4B59-97A2-5D11DF86421D}" destId="{C7AFE6DC-4631-40FD-928B-B0E4F34FC18B}" srcOrd="0" destOrd="0" presId="urn:microsoft.com/office/officeart/2005/8/layout/orgChart1"/>
    <dgm:cxn modelId="{FD02C594-18B6-4B37-BBD0-812F9CB537D5}" type="presParOf" srcId="{C7AFE6DC-4631-40FD-928B-B0E4F34FC18B}" destId="{824730B1-A7FB-468B-8A13-D7215FAB556C}" srcOrd="0" destOrd="0" presId="urn:microsoft.com/office/officeart/2005/8/layout/orgChart1"/>
    <dgm:cxn modelId="{5D24556C-82C1-4963-BD31-03D996C02554}" type="presParOf" srcId="{C7AFE6DC-4631-40FD-928B-B0E4F34FC18B}" destId="{2F007ED9-162D-4D15-B086-1086E5452EE2}" srcOrd="1" destOrd="0" presId="urn:microsoft.com/office/officeart/2005/8/layout/orgChart1"/>
    <dgm:cxn modelId="{06D92775-CBA1-44E2-ABF1-87F3883ACE15}" type="presParOf" srcId="{830DBC9C-D3B2-4B59-97A2-5D11DF86421D}" destId="{EAD84832-5730-416E-9D2F-52115D300AB0}" srcOrd="1" destOrd="0" presId="urn:microsoft.com/office/officeart/2005/8/layout/orgChart1"/>
    <dgm:cxn modelId="{76E82728-F4BA-410E-8FB8-7B83CF6B7BA8}" type="presParOf" srcId="{EAD84832-5730-416E-9D2F-52115D300AB0}" destId="{E22FB92A-ABF3-41AC-9EAB-0A92C3F1EDA7}" srcOrd="0" destOrd="0" presId="urn:microsoft.com/office/officeart/2005/8/layout/orgChart1"/>
    <dgm:cxn modelId="{75ECA846-7AE1-4718-9DC8-D1D629AB9C6E}" type="presParOf" srcId="{EAD84832-5730-416E-9D2F-52115D300AB0}" destId="{3D295B2A-2855-4A4C-A95B-097F15B1B6D0}" srcOrd="1" destOrd="0" presId="urn:microsoft.com/office/officeart/2005/8/layout/orgChart1"/>
    <dgm:cxn modelId="{025B9EF3-11E1-4A13-8AB2-934F48CF9C7C}" type="presParOf" srcId="{3D295B2A-2855-4A4C-A95B-097F15B1B6D0}" destId="{46BFF3EB-2667-4B00-B646-A76289FA2847}" srcOrd="0" destOrd="0" presId="urn:microsoft.com/office/officeart/2005/8/layout/orgChart1"/>
    <dgm:cxn modelId="{9163065B-B326-4BC5-8338-DAEDA2C89BB0}" type="presParOf" srcId="{46BFF3EB-2667-4B00-B646-A76289FA2847}" destId="{B96A1196-32B7-409C-B8C3-98786FAE7365}" srcOrd="0" destOrd="0" presId="urn:microsoft.com/office/officeart/2005/8/layout/orgChart1"/>
    <dgm:cxn modelId="{C8A9A56F-EFCC-4017-A4B9-977163F02716}" type="presParOf" srcId="{46BFF3EB-2667-4B00-B646-A76289FA2847}" destId="{F49C49BD-A536-42B8-9362-111EF91380FE}" srcOrd="1" destOrd="0" presId="urn:microsoft.com/office/officeart/2005/8/layout/orgChart1"/>
    <dgm:cxn modelId="{AD0599C7-08E9-4B10-8D4D-7CC872103551}" type="presParOf" srcId="{3D295B2A-2855-4A4C-A95B-097F15B1B6D0}" destId="{E8A25A55-BA29-4C0F-8F72-1A99697AEA4C}" srcOrd="1" destOrd="0" presId="urn:microsoft.com/office/officeart/2005/8/layout/orgChart1"/>
    <dgm:cxn modelId="{9DB247DF-46D4-4075-99E5-823F01A168DC}" type="presParOf" srcId="{3D295B2A-2855-4A4C-A95B-097F15B1B6D0}" destId="{A1904F4F-095D-4E69-8D67-12C9F4F7B2DE}" srcOrd="2" destOrd="0" presId="urn:microsoft.com/office/officeart/2005/8/layout/orgChart1"/>
    <dgm:cxn modelId="{828D7287-F0A5-4F98-88C8-D9370251B2B0}" type="presParOf" srcId="{EAD84832-5730-416E-9D2F-52115D300AB0}" destId="{6B867250-50A9-4455-A5A5-87C1E3D2CB45}" srcOrd="2" destOrd="0" presId="urn:microsoft.com/office/officeart/2005/8/layout/orgChart1"/>
    <dgm:cxn modelId="{738ABF3F-9B0B-44F0-92CF-0164B4D7580A}" type="presParOf" srcId="{EAD84832-5730-416E-9D2F-52115D300AB0}" destId="{A84AE4DC-7FC5-4D79-A6D5-1029B8DFD74E}" srcOrd="3" destOrd="0" presId="urn:microsoft.com/office/officeart/2005/8/layout/orgChart1"/>
    <dgm:cxn modelId="{40460412-F434-4373-A95A-EE438507C0DE}" type="presParOf" srcId="{A84AE4DC-7FC5-4D79-A6D5-1029B8DFD74E}" destId="{1F39A756-E4D7-4165-9792-BF2AA2E746EF}" srcOrd="0" destOrd="0" presId="urn:microsoft.com/office/officeart/2005/8/layout/orgChart1"/>
    <dgm:cxn modelId="{053621D4-A000-4B45-8B4B-612DD927C2A5}" type="presParOf" srcId="{1F39A756-E4D7-4165-9792-BF2AA2E746EF}" destId="{AF426381-5303-4A74-A005-9C9B365DF13F}" srcOrd="0" destOrd="0" presId="urn:microsoft.com/office/officeart/2005/8/layout/orgChart1"/>
    <dgm:cxn modelId="{7B59BEB8-04E2-4E65-9BB7-49D1AF6D31B4}" type="presParOf" srcId="{1F39A756-E4D7-4165-9792-BF2AA2E746EF}" destId="{A580E4E7-1990-45EC-8C9D-79FCD09B9151}" srcOrd="1" destOrd="0" presId="urn:microsoft.com/office/officeart/2005/8/layout/orgChart1"/>
    <dgm:cxn modelId="{F08A3DCE-19FB-4FB9-A118-D0E439F3BF9B}" type="presParOf" srcId="{A84AE4DC-7FC5-4D79-A6D5-1029B8DFD74E}" destId="{7D049F2C-A777-4904-A9BF-32BC168E3C28}" srcOrd="1" destOrd="0" presId="urn:microsoft.com/office/officeart/2005/8/layout/orgChart1"/>
    <dgm:cxn modelId="{148CA9AB-023E-4B84-9FE6-3DCCB7E0672A}" type="presParOf" srcId="{A84AE4DC-7FC5-4D79-A6D5-1029B8DFD74E}" destId="{EE16C6E5-C0FE-46F4-BB0F-06687B1A0FE1}" srcOrd="2" destOrd="0" presId="urn:microsoft.com/office/officeart/2005/8/layout/orgChart1"/>
    <dgm:cxn modelId="{282B1CDB-BFEC-43D0-8AF5-A5AF1E5608AD}" type="presParOf" srcId="{EAD84832-5730-416E-9D2F-52115D300AB0}" destId="{D0B42BD8-74D0-44EE-A641-C582C2D7F469}" srcOrd="4" destOrd="0" presId="urn:microsoft.com/office/officeart/2005/8/layout/orgChart1"/>
    <dgm:cxn modelId="{8640988F-75D5-42BC-88E9-71811C2FA56B}" type="presParOf" srcId="{EAD84832-5730-416E-9D2F-52115D300AB0}" destId="{EACFB518-0794-4931-AE36-E48CE22C2F94}" srcOrd="5" destOrd="0" presId="urn:microsoft.com/office/officeart/2005/8/layout/orgChart1"/>
    <dgm:cxn modelId="{B50C607A-1BEF-46AB-A551-6195E08F1013}" type="presParOf" srcId="{EACFB518-0794-4931-AE36-E48CE22C2F94}" destId="{EF7D6F86-16CB-4217-A882-2EEB2B986FE9}" srcOrd="0" destOrd="0" presId="urn:microsoft.com/office/officeart/2005/8/layout/orgChart1"/>
    <dgm:cxn modelId="{F1BA53AE-EA1C-45F5-A6E9-9854BC31C43D}" type="presParOf" srcId="{EF7D6F86-16CB-4217-A882-2EEB2B986FE9}" destId="{52C2B782-37E0-43D4-9C74-C75B7A4641C4}" srcOrd="0" destOrd="0" presId="urn:microsoft.com/office/officeart/2005/8/layout/orgChart1"/>
    <dgm:cxn modelId="{44F1E268-8BE9-480F-9F17-ECDE8D67A872}" type="presParOf" srcId="{EF7D6F86-16CB-4217-A882-2EEB2B986FE9}" destId="{0C06C4B9-12C1-462A-A413-28992D8AFD12}" srcOrd="1" destOrd="0" presId="urn:microsoft.com/office/officeart/2005/8/layout/orgChart1"/>
    <dgm:cxn modelId="{FF5FB921-5C7D-4C2E-BC73-642A388CD745}" type="presParOf" srcId="{EACFB518-0794-4931-AE36-E48CE22C2F94}" destId="{6978BED8-178C-4EDF-B596-B7014D91A861}" srcOrd="1" destOrd="0" presId="urn:microsoft.com/office/officeart/2005/8/layout/orgChart1"/>
    <dgm:cxn modelId="{38B78166-9F1E-4B6D-BD65-6E85965EC6FC}" type="presParOf" srcId="{EACFB518-0794-4931-AE36-E48CE22C2F94}" destId="{8773954A-FE7F-46B1-AD3E-82D597BBC64F}" srcOrd="2" destOrd="0" presId="urn:microsoft.com/office/officeart/2005/8/layout/orgChart1"/>
    <dgm:cxn modelId="{F83D9283-6037-40D0-BA89-370726F93A49}" type="presParOf" srcId="{EAD84832-5730-416E-9D2F-52115D300AB0}" destId="{23E32289-95EF-46C0-BE82-63A258432E87}" srcOrd="6" destOrd="0" presId="urn:microsoft.com/office/officeart/2005/8/layout/orgChart1"/>
    <dgm:cxn modelId="{D9E6589F-05B9-4399-95A6-80DD1B04BCC3}" type="presParOf" srcId="{EAD84832-5730-416E-9D2F-52115D300AB0}" destId="{D3993B13-A3B2-4B6F-8786-439B0EEE2930}" srcOrd="7" destOrd="0" presId="urn:microsoft.com/office/officeart/2005/8/layout/orgChart1"/>
    <dgm:cxn modelId="{3601C62F-E87E-4912-93F0-25AA88CE4421}" type="presParOf" srcId="{D3993B13-A3B2-4B6F-8786-439B0EEE2930}" destId="{6480ACD5-79D2-4357-8468-8F692E988E95}" srcOrd="0" destOrd="0" presId="urn:microsoft.com/office/officeart/2005/8/layout/orgChart1"/>
    <dgm:cxn modelId="{D46F82A4-AA64-47AD-A8C5-561A5A8BF9C2}" type="presParOf" srcId="{6480ACD5-79D2-4357-8468-8F692E988E95}" destId="{1D703986-33AB-4378-AF63-9C012E363D99}" srcOrd="0" destOrd="0" presId="urn:microsoft.com/office/officeart/2005/8/layout/orgChart1"/>
    <dgm:cxn modelId="{3E66AC63-C3A2-4171-897C-6C4F33BB8F96}" type="presParOf" srcId="{6480ACD5-79D2-4357-8468-8F692E988E95}" destId="{A9E130D2-1E26-46BB-93FC-17D3FCB43462}" srcOrd="1" destOrd="0" presId="urn:microsoft.com/office/officeart/2005/8/layout/orgChart1"/>
    <dgm:cxn modelId="{4B68CB5F-8A1F-42D1-8733-62B4B507A102}" type="presParOf" srcId="{D3993B13-A3B2-4B6F-8786-439B0EEE2930}" destId="{98A8F857-7559-448C-B664-005351D2DEAA}" srcOrd="1" destOrd="0" presId="urn:microsoft.com/office/officeart/2005/8/layout/orgChart1"/>
    <dgm:cxn modelId="{BC032058-BDA1-4919-B554-588032250C6E}" type="presParOf" srcId="{D3993B13-A3B2-4B6F-8786-439B0EEE2930}" destId="{87EF4847-54DB-47C9-8C47-63184D33D283}" srcOrd="2" destOrd="0" presId="urn:microsoft.com/office/officeart/2005/8/layout/orgChart1"/>
    <dgm:cxn modelId="{C5700D6D-BDA9-45D1-BC3E-DFBF5D8F5A59}" type="presParOf" srcId="{830DBC9C-D3B2-4B59-97A2-5D11DF86421D}" destId="{918DACEE-5789-4CF5-9154-E767BD457F22}"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E822C-D4CE-4E4D-A390-33B88B1035EB}">
      <dsp:nvSpPr>
        <dsp:cNvPr id="0" name=""/>
        <dsp:cNvSpPr/>
      </dsp:nvSpPr>
      <dsp:spPr>
        <a:xfrm>
          <a:off x="356683" y="1561623"/>
          <a:ext cx="7895706" cy="1550823"/>
        </a:xfrm>
        <a:prstGeom prst="roundRect">
          <a:avLst>
            <a:gd name="adj" fmla="val 50000"/>
          </a:avLst>
        </a:prstGeom>
        <a:solidFill>
          <a:srgbClr val="001F4D"/>
        </a:solidFill>
        <a:ln w="31750" cap="flat" cmpd="sng" algn="ctr">
          <a:solidFill>
            <a:srgbClr val="E93CB0"/>
          </a:solidFill>
          <a:prstDash val="solid"/>
        </a:ln>
        <a:effectLst/>
      </dsp:spPr>
      <dsp:style>
        <a:lnRef idx="1">
          <a:scrgbClr r="0" g="0" b="0"/>
        </a:lnRef>
        <a:fillRef idx="1">
          <a:scrgbClr r="0" g="0" b="0"/>
        </a:fillRef>
        <a:effectRef idx="0">
          <a:scrgbClr r="0" g="0" b="0"/>
        </a:effectRef>
        <a:fontRef idx="minor">
          <a:schemeClr val="lt1"/>
        </a:fontRef>
      </dsp:style>
    </dsp:sp>
    <dsp:sp modelId="{EECAA3B3-7A58-41A2-ADF6-A8273DF03376}">
      <dsp:nvSpPr>
        <dsp:cNvPr id="0" name=""/>
        <dsp:cNvSpPr/>
      </dsp:nvSpPr>
      <dsp:spPr>
        <a:xfrm rot="16200000">
          <a:off x="488503" y="1693443"/>
          <a:ext cx="1287183" cy="1287183"/>
        </a:xfrm>
        <a:prstGeom prst="ellipse">
          <a:avLst/>
        </a:prstGeom>
        <a:solidFill>
          <a:schemeClr val="accent1">
            <a:tint val="75000"/>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FF8BA001-E432-412D-9C41-01E3F2AC32E9}">
      <dsp:nvSpPr>
        <dsp:cNvPr id="0" name=""/>
        <dsp:cNvSpPr/>
      </dsp:nvSpPr>
      <dsp:spPr>
        <a:xfrm>
          <a:off x="2077821" y="1905161"/>
          <a:ext cx="4342638" cy="930494"/>
        </a:xfrm>
        <a:prstGeom prst="rect">
          <a:avLst/>
        </a:prstGeom>
        <a:no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l" defTabSz="1600200">
            <a:lnSpc>
              <a:spcPct val="90000"/>
            </a:lnSpc>
            <a:spcBef>
              <a:spcPct val="0"/>
            </a:spcBef>
            <a:spcAft>
              <a:spcPct val="35000"/>
            </a:spcAft>
            <a:buNone/>
            <a:defRPr b="1"/>
          </a:pPr>
          <a:r>
            <a:rPr lang="en-US" sz="3600" kern="1200" dirty="0"/>
            <a:t>MOHAMMAD PRINCE</a:t>
          </a:r>
        </a:p>
      </dsp:txBody>
      <dsp:txXfrm>
        <a:off x="2077821" y="1905161"/>
        <a:ext cx="4342638" cy="930494"/>
      </dsp:txXfrm>
    </dsp:sp>
    <dsp:sp modelId="{1BE54877-72B9-4E78-B332-0D5AFD6AF059}">
      <dsp:nvSpPr>
        <dsp:cNvPr id="0" name=""/>
        <dsp:cNvSpPr/>
      </dsp:nvSpPr>
      <dsp:spPr>
        <a:xfrm>
          <a:off x="2031572" y="2492117"/>
          <a:ext cx="4342638" cy="0"/>
        </a:xfrm>
        <a:prstGeom prst="rect">
          <a:avLst/>
        </a:prstGeom>
        <a:noFill/>
        <a:ln>
          <a:noFill/>
        </a:ln>
        <a:effectLst/>
      </dsp:spPr>
      <dsp:style>
        <a:lnRef idx="0">
          <a:scrgbClr r="0" g="0" b="0"/>
        </a:lnRef>
        <a:fillRef idx="0">
          <a:scrgbClr r="0" g="0" b="0"/>
        </a:fillRef>
        <a:effectRef idx="0">
          <a:scrgbClr r="0" g="0" b="0"/>
        </a:effectRef>
        <a:fontRef idx="minor">
          <a:schemeClr val="lt1"/>
        </a:fontRef>
      </dsp:style>
    </dsp:sp>
    <dsp:sp modelId="{E5EC4FBA-8BAF-4ED0-B9AE-46C0F28AFACE}">
      <dsp:nvSpPr>
        <dsp:cNvPr id="0" name=""/>
        <dsp:cNvSpPr/>
      </dsp:nvSpPr>
      <dsp:spPr>
        <a:xfrm>
          <a:off x="8552426" y="1561623"/>
          <a:ext cx="7895706" cy="1550823"/>
        </a:xfrm>
        <a:prstGeom prst="roundRect">
          <a:avLst>
            <a:gd name="adj" fmla="val 50000"/>
          </a:avLst>
        </a:prstGeom>
        <a:solidFill>
          <a:srgbClr val="001F4D"/>
        </a:solidFill>
        <a:ln w="31750" cap="flat" cmpd="sng" algn="ctr">
          <a:solidFill>
            <a:srgbClr val="E93CB0"/>
          </a:solidFill>
          <a:prstDash val="solid"/>
        </a:ln>
        <a:effectLst/>
      </dsp:spPr>
      <dsp:style>
        <a:lnRef idx="1">
          <a:scrgbClr r="0" g="0" b="0"/>
        </a:lnRef>
        <a:fillRef idx="1">
          <a:scrgbClr r="0" g="0" b="0"/>
        </a:fillRef>
        <a:effectRef idx="0">
          <a:scrgbClr r="0" g="0" b="0"/>
        </a:effectRef>
        <a:fontRef idx="minor">
          <a:schemeClr val="lt1"/>
        </a:fontRef>
      </dsp:style>
    </dsp:sp>
    <dsp:sp modelId="{A111DE36-453E-44A8-A6D3-EA9DF8D1B21F}">
      <dsp:nvSpPr>
        <dsp:cNvPr id="0" name=""/>
        <dsp:cNvSpPr/>
      </dsp:nvSpPr>
      <dsp:spPr>
        <a:xfrm>
          <a:off x="8684246" y="1693443"/>
          <a:ext cx="1287183" cy="1287183"/>
        </a:xfrm>
        <a:prstGeom prst="ellipse">
          <a:avLst/>
        </a:prstGeom>
        <a:solidFill>
          <a:schemeClr val="accent1">
            <a:tint val="75000"/>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3C9FD978-D724-4DEC-8BB8-653DDDE5C3C7}">
      <dsp:nvSpPr>
        <dsp:cNvPr id="0" name=""/>
        <dsp:cNvSpPr/>
      </dsp:nvSpPr>
      <dsp:spPr>
        <a:xfrm>
          <a:off x="10440669" y="1937580"/>
          <a:ext cx="4342638" cy="930494"/>
        </a:xfrm>
        <a:prstGeom prst="rect">
          <a:avLst/>
        </a:prstGeom>
        <a:no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l" defTabSz="1600200">
            <a:lnSpc>
              <a:spcPct val="90000"/>
            </a:lnSpc>
            <a:spcBef>
              <a:spcPct val="0"/>
            </a:spcBef>
            <a:spcAft>
              <a:spcPct val="35000"/>
            </a:spcAft>
            <a:buNone/>
            <a:defRPr b="1"/>
          </a:pPr>
          <a:r>
            <a:rPr lang="en-US" sz="3600" kern="1200"/>
            <a:t>ADHAM ASHRAF</a:t>
          </a:r>
          <a:endParaRPr lang="en-US" sz="3600" kern="1200" dirty="0"/>
        </a:p>
      </dsp:txBody>
      <dsp:txXfrm>
        <a:off x="10440669" y="1937580"/>
        <a:ext cx="4342638" cy="930494"/>
      </dsp:txXfrm>
    </dsp:sp>
    <dsp:sp modelId="{4B933102-50E3-4265-A0B7-FB7E22927093}">
      <dsp:nvSpPr>
        <dsp:cNvPr id="0" name=""/>
        <dsp:cNvSpPr/>
      </dsp:nvSpPr>
      <dsp:spPr>
        <a:xfrm>
          <a:off x="10227315" y="2492117"/>
          <a:ext cx="4342638" cy="0"/>
        </a:xfrm>
        <a:prstGeom prst="rect">
          <a:avLst/>
        </a:prstGeom>
        <a:noFill/>
        <a:ln>
          <a:noFill/>
        </a:ln>
        <a:effectLst/>
      </dsp:spPr>
      <dsp:style>
        <a:lnRef idx="0">
          <a:scrgbClr r="0" g="0" b="0"/>
        </a:lnRef>
        <a:fillRef idx="0">
          <a:scrgbClr r="0" g="0" b="0"/>
        </a:fillRef>
        <a:effectRef idx="0">
          <a:scrgbClr r="0" g="0" b="0"/>
        </a:effectRef>
        <a:fontRef idx="minor">
          <a:schemeClr val="lt1"/>
        </a:fontRef>
      </dsp:style>
    </dsp:sp>
    <dsp:sp modelId="{F82ECACA-7495-41F5-A92F-F6CE89C45DCD}">
      <dsp:nvSpPr>
        <dsp:cNvPr id="0" name=""/>
        <dsp:cNvSpPr/>
      </dsp:nvSpPr>
      <dsp:spPr>
        <a:xfrm>
          <a:off x="356683" y="3349318"/>
          <a:ext cx="7895706" cy="1550823"/>
        </a:xfrm>
        <a:prstGeom prst="roundRect">
          <a:avLst>
            <a:gd name="adj" fmla="val 50000"/>
          </a:avLst>
        </a:prstGeom>
        <a:solidFill>
          <a:srgbClr val="001F4D"/>
        </a:solidFill>
        <a:ln w="31750" cap="flat" cmpd="sng" algn="ctr">
          <a:solidFill>
            <a:srgbClr val="E93CB0"/>
          </a:solidFill>
          <a:prstDash val="solid"/>
        </a:ln>
        <a:effectLst/>
      </dsp:spPr>
      <dsp:style>
        <a:lnRef idx="1">
          <a:scrgbClr r="0" g="0" b="0"/>
        </a:lnRef>
        <a:fillRef idx="1">
          <a:scrgbClr r="0" g="0" b="0"/>
        </a:fillRef>
        <a:effectRef idx="0">
          <a:scrgbClr r="0" g="0" b="0"/>
        </a:effectRef>
        <a:fontRef idx="minor">
          <a:schemeClr val="lt1"/>
        </a:fontRef>
      </dsp:style>
    </dsp:sp>
    <dsp:sp modelId="{5F01F5DD-5F83-4C4E-874B-FA48647F6A10}">
      <dsp:nvSpPr>
        <dsp:cNvPr id="0" name=""/>
        <dsp:cNvSpPr/>
      </dsp:nvSpPr>
      <dsp:spPr>
        <a:xfrm>
          <a:off x="488503" y="3481138"/>
          <a:ext cx="1287183" cy="1287183"/>
        </a:xfrm>
        <a:prstGeom prst="ellipse">
          <a:avLst/>
        </a:prstGeom>
        <a:solidFill>
          <a:schemeClr val="accent1">
            <a:tint val="75000"/>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F0D6FF5C-A445-4A94-93F6-F3CEEB6BB267}">
      <dsp:nvSpPr>
        <dsp:cNvPr id="0" name=""/>
        <dsp:cNvSpPr/>
      </dsp:nvSpPr>
      <dsp:spPr>
        <a:xfrm>
          <a:off x="2077821" y="3683160"/>
          <a:ext cx="4342638" cy="930494"/>
        </a:xfrm>
        <a:prstGeom prst="rect">
          <a:avLst/>
        </a:prstGeom>
        <a:no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l" defTabSz="1600200">
            <a:lnSpc>
              <a:spcPct val="90000"/>
            </a:lnSpc>
            <a:spcBef>
              <a:spcPct val="0"/>
            </a:spcBef>
            <a:spcAft>
              <a:spcPct val="35000"/>
            </a:spcAft>
            <a:buNone/>
            <a:defRPr b="1"/>
          </a:pPr>
          <a:r>
            <a:rPr lang="en-US" sz="3600" kern="1200"/>
            <a:t>AHMED ASHRAF</a:t>
          </a:r>
          <a:endParaRPr lang="en-US" sz="3600" kern="1200" dirty="0"/>
        </a:p>
      </dsp:txBody>
      <dsp:txXfrm>
        <a:off x="2077821" y="3683160"/>
        <a:ext cx="4342638" cy="930494"/>
      </dsp:txXfrm>
    </dsp:sp>
    <dsp:sp modelId="{CE3D48EF-6037-44AB-98DC-1CB05E59727B}">
      <dsp:nvSpPr>
        <dsp:cNvPr id="0" name=""/>
        <dsp:cNvSpPr/>
      </dsp:nvSpPr>
      <dsp:spPr>
        <a:xfrm>
          <a:off x="2031572" y="4279812"/>
          <a:ext cx="4342638" cy="0"/>
        </a:xfrm>
        <a:prstGeom prst="rect">
          <a:avLst/>
        </a:prstGeom>
        <a:noFill/>
        <a:ln>
          <a:noFill/>
        </a:ln>
        <a:effectLst/>
      </dsp:spPr>
      <dsp:style>
        <a:lnRef idx="0">
          <a:scrgbClr r="0" g="0" b="0"/>
        </a:lnRef>
        <a:fillRef idx="0">
          <a:scrgbClr r="0" g="0" b="0"/>
        </a:fillRef>
        <a:effectRef idx="0">
          <a:scrgbClr r="0" g="0" b="0"/>
        </a:effectRef>
        <a:fontRef idx="minor">
          <a:schemeClr val="lt1"/>
        </a:fontRef>
      </dsp:style>
    </dsp:sp>
    <dsp:sp modelId="{038632E2-5F12-470E-94B4-8B51E5011239}">
      <dsp:nvSpPr>
        <dsp:cNvPr id="0" name=""/>
        <dsp:cNvSpPr/>
      </dsp:nvSpPr>
      <dsp:spPr>
        <a:xfrm>
          <a:off x="8552426" y="3349318"/>
          <a:ext cx="7895706" cy="1550823"/>
        </a:xfrm>
        <a:prstGeom prst="roundRect">
          <a:avLst>
            <a:gd name="adj" fmla="val 50000"/>
          </a:avLst>
        </a:prstGeom>
        <a:solidFill>
          <a:srgbClr val="001F4D"/>
        </a:solidFill>
        <a:ln w="31750" cap="flat" cmpd="sng" algn="ctr">
          <a:solidFill>
            <a:srgbClr val="E93CB0"/>
          </a:solidFill>
          <a:prstDash val="solid"/>
        </a:ln>
        <a:effectLst/>
      </dsp:spPr>
      <dsp:style>
        <a:lnRef idx="1">
          <a:scrgbClr r="0" g="0" b="0"/>
        </a:lnRef>
        <a:fillRef idx="1">
          <a:scrgbClr r="0" g="0" b="0"/>
        </a:fillRef>
        <a:effectRef idx="0">
          <a:scrgbClr r="0" g="0" b="0"/>
        </a:effectRef>
        <a:fontRef idx="minor">
          <a:schemeClr val="lt1"/>
        </a:fontRef>
      </dsp:style>
    </dsp:sp>
    <dsp:sp modelId="{D5B9CEF3-CE93-4453-ADF7-22B0D8E65267}">
      <dsp:nvSpPr>
        <dsp:cNvPr id="0" name=""/>
        <dsp:cNvSpPr/>
      </dsp:nvSpPr>
      <dsp:spPr>
        <a:xfrm>
          <a:off x="8684246" y="3481138"/>
          <a:ext cx="1287183" cy="1287183"/>
        </a:xfrm>
        <a:prstGeom prst="ellipse">
          <a:avLst/>
        </a:prstGeom>
        <a:solidFill>
          <a:schemeClr val="accent1">
            <a:tint val="75000"/>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CC7BA510-7DFC-4312-B30C-C64A71EEB03A}">
      <dsp:nvSpPr>
        <dsp:cNvPr id="0" name=""/>
        <dsp:cNvSpPr/>
      </dsp:nvSpPr>
      <dsp:spPr>
        <a:xfrm>
          <a:off x="10243774" y="3683160"/>
          <a:ext cx="4342638" cy="930494"/>
        </a:xfrm>
        <a:prstGeom prst="rect">
          <a:avLst/>
        </a:prstGeom>
        <a:no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l" defTabSz="1600200">
            <a:lnSpc>
              <a:spcPct val="90000"/>
            </a:lnSpc>
            <a:spcBef>
              <a:spcPct val="0"/>
            </a:spcBef>
            <a:spcAft>
              <a:spcPct val="35000"/>
            </a:spcAft>
            <a:buNone/>
            <a:defRPr b="1"/>
          </a:pPr>
          <a:r>
            <a:rPr lang="en-US" sz="3600" kern="1200"/>
            <a:t>AHMED TAMER</a:t>
          </a:r>
          <a:endParaRPr lang="en-US" sz="3600" kern="1200" dirty="0"/>
        </a:p>
      </dsp:txBody>
      <dsp:txXfrm>
        <a:off x="10243774" y="3683160"/>
        <a:ext cx="4342638" cy="930494"/>
      </dsp:txXfrm>
    </dsp:sp>
    <dsp:sp modelId="{C501BE08-36A2-4FB0-96E5-D0480BC4160E}">
      <dsp:nvSpPr>
        <dsp:cNvPr id="0" name=""/>
        <dsp:cNvSpPr/>
      </dsp:nvSpPr>
      <dsp:spPr>
        <a:xfrm>
          <a:off x="10227315" y="4279812"/>
          <a:ext cx="4342638" cy="0"/>
        </a:xfrm>
        <a:prstGeom prst="rect">
          <a:avLst/>
        </a:prstGeom>
        <a:noFill/>
        <a:ln>
          <a:noFill/>
        </a:ln>
        <a:effectLst/>
      </dsp:spPr>
      <dsp:style>
        <a:lnRef idx="0">
          <a:scrgbClr r="0" g="0" b="0"/>
        </a:lnRef>
        <a:fillRef idx="0">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E9DCB2-A5E8-4B1C-821A-15CD9A06400F}">
      <dsp:nvSpPr>
        <dsp:cNvPr id="0" name=""/>
        <dsp:cNvSpPr/>
      </dsp:nvSpPr>
      <dsp:spPr>
        <a:xfrm>
          <a:off x="15813228" y="1422341"/>
          <a:ext cx="2102737" cy="2103648"/>
        </a:xfrm>
        <a:prstGeom prst="ellipse">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1405176-BC46-4494-9F37-4714DB2F92F7}">
      <dsp:nvSpPr>
        <dsp:cNvPr id="0" name=""/>
        <dsp:cNvSpPr/>
      </dsp:nvSpPr>
      <dsp:spPr>
        <a:xfrm>
          <a:off x="15882315"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EVALUATION</a:t>
          </a:r>
        </a:p>
      </dsp:txBody>
      <dsp:txXfrm>
        <a:off x="16162208" y="1773011"/>
        <a:ext cx="1403005" cy="1402309"/>
      </dsp:txXfrm>
    </dsp:sp>
    <dsp:sp modelId="{2AB65E92-C8FA-446C-B843-30F1B4536705}">
      <dsp:nvSpPr>
        <dsp:cNvPr id="0" name=""/>
        <dsp:cNvSpPr/>
      </dsp:nvSpPr>
      <dsp:spPr>
        <a:xfrm rot="2700000">
          <a:off x="13637654"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935E229-68AA-4248-974B-BD0EFAF57CC7}">
      <dsp:nvSpPr>
        <dsp:cNvPr id="0" name=""/>
        <dsp:cNvSpPr/>
      </dsp:nvSpPr>
      <dsp:spPr>
        <a:xfrm>
          <a:off x="13708719"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MODEL TRAINING</a:t>
          </a:r>
        </a:p>
      </dsp:txBody>
      <dsp:txXfrm>
        <a:off x="13988611" y="1773011"/>
        <a:ext cx="1403005" cy="1402309"/>
      </dsp:txXfrm>
    </dsp:sp>
    <dsp:sp modelId="{7AF0CA02-CC3A-45D8-A306-F4DA511CBFE2}">
      <dsp:nvSpPr>
        <dsp:cNvPr id="0" name=""/>
        <dsp:cNvSpPr/>
      </dsp:nvSpPr>
      <dsp:spPr>
        <a:xfrm rot="2700000">
          <a:off x="11464058"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00D86C6-A3A9-489C-9078-74B559B9E9B2}">
      <dsp:nvSpPr>
        <dsp:cNvPr id="0" name=""/>
        <dsp:cNvSpPr/>
      </dsp:nvSpPr>
      <dsp:spPr>
        <a:xfrm>
          <a:off x="11535123"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ENCODING</a:t>
          </a:r>
        </a:p>
        <a:p>
          <a:pPr marL="0" lvl="0" indent="0" algn="ctr" defTabSz="889000">
            <a:lnSpc>
              <a:spcPct val="90000"/>
            </a:lnSpc>
            <a:spcBef>
              <a:spcPct val="0"/>
            </a:spcBef>
            <a:spcAft>
              <a:spcPct val="35000"/>
            </a:spcAft>
            <a:buNone/>
          </a:pPr>
          <a:r>
            <a:rPr lang="en-US" sz="2000" b="1" kern="1200" dirty="0">
              <a:solidFill>
                <a:srgbClr val="001F4D"/>
              </a:solidFill>
            </a:rPr>
            <a:t>&amp; </a:t>
          </a:r>
        </a:p>
        <a:p>
          <a:pPr marL="0" lvl="0" indent="0" algn="ctr" defTabSz="889000">
            <a:lnSpc>
              <a:spcPct val="90000"/>
            </a:lnSpc>
            <a:spcBef>
              <a:spcPct val="0"/>
            </a:spcBef>
            <a:spcAft>
              <a:spcPct val="35000"/>
            </a:spcAft>
            <a:buNone/>
          </a:pPr>
          <a:r>
            <a:rPr lang="en-US" sz="2000" b="1" kern="1200" dirty="0">
              <a:solidFill>
                <a:srgbClr val="001F4D"/>
              </a:solidFill>
            </a:rPr>
            <a:t>SPLITTING</a:t>
          </a:r>
        </a:p>
      </dsp:txBody>
      <dsp:txXfrm>
        <a:off x="11815015" y="1773011"/>
        <a:ext cx="1403005" cy="1402309"/>
      </dsp:txXfrm>
    </dsp:sp>
    <dsp:sp modelId="{BE04D663-5CEC-4279-AB5E-DB523C29E588}">
      <dsp:nvSpPr>
        <dsp:cNvPr id="0" name=""/>
        <dsp:cNvSpPr/>
      </dsp:nvSpPr>
      <dsp:spPr>
        <a:xfrm rot="2700000">
          <a:off x="9290462"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C6252B0-6C9A-4879-8B1A-8308F43A6B7C}">
      <dsp:nvSpPr>
        <dsp:cNvPr id="0" name=""/>
        <dsp:cNvSpPr/>
      </dsp:nvSpPr>
      <dsp:spPr>
        <a:xfrm>
          <a:off x="9361527"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SCALLING USING LOG</a:t>
          </a:r>
        </a:p>
      </dsp:txBody>
      <dsp:txXfrm>
        <a:off x="9641419" y="1773011"/>
        <a:ext cx="1403005" cy="1402309"/>
      </dsp:txXfrm>
    </dsp:sp>
    <dsp:sp modelId="{18407B31-D034-45F9-A0D2-D518FCF42427}">
      <dsp:nvSpPr>
        <dsp:cNvPr id="0" name=""/>
        <dsp:cNvSpPr/>
      </dsp:nvSpPr>
      <dsp:spPr>
        <a:xfrm rot="2700000">
          <a:off x="7116866"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CDB4389-EF86-4F03-A910-0BA3CF77F729}">
      <dsp:nvSpPr>
        <dsp:cNvPr id="0" name=""/>
        <dsp:cNvSpPr/>
      </dsp:nvSpPr>
      <dsp:spPr>
        <a:xfrm>
          <a:off x="7187930"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BALANCING THE DATA</a:t>
          </a:r>
        </a:p>
      </dsp:txBody>
      <dsp:txXfrm>
        <a:off x="7467823" y="1773011"/>
        <a:ext cx="1403005" cy="1402309"/>
      </dsp:txXfrm>
    </dsp:sp>
    <dsp:sp modelId="{524D4051-030E-4924-90C9-D952FFC14B18}">
      <dsp:nvSpPr>
        <dsp:cNvPr id="0" name=""/>
        <dsp:cNvSpPr/>
      </dsp:nvSpPr>
      <dsp:spPr>
        <a:xfrm rot="2700000">
          <a:off x="4943270"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638075-83F0-447A-91A2-F0FF38811881}">
      <dsp:nvSpPr>
        <dsp:cNvPr id="0" name=""/>
        <dsp:cNvSpPr/>
      </dsp:nvSpPr>
      <dsp:spPr>
        <a:xfrm>
          <a:off x="5014334"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CLEANING THE DATA</a:t>
          </a:r>
        </a:p>
      </dsp:txBody>
      <dsp:txXfrm>
        <a:off x="5294227" y="1773011"/>
        <a:ext cx="1403005" cy="1402309"/>
      </dsp:txXfrm>
    </dsp:sp>
    <dsp:sp modelId="{09900B38-BF09-4DA1-B063-1BADB6C3CBC2}">
      <dsp:nvSpPr>
        <dsp:cNvPr id="0" name=""/>
        <dsp:cNvSpPr/>
      </dsp:nvSpPr>
      <dsp:spPr>
        <a:xfrm rot="2700000">
          <a:off x="2769674"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3280A95-299F-457D-A4AE-C5024B3A14D2}">
      <dsp:nvSpPr>
        <dsp:cNvPr id="0" name=""/>
        <dsp:cNvSpPr/>
      </dsp:nvSpPr>
      <dsp:spPr>
        <a:xfrm>
          <a:off x="2840738"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EDA</a:t>
          </a:r>
        </a:p>
      </dsp:txBody>
      <dsp:txXfrm>
        <a:off x="3120631" y="1773011"/>
        <a:ext cx="1403005" cy="1402309"/>
      </dsp:txXfrm>
    </dsp:sp>
    <dsp:sp modelId="{1ACB2183-4526-42D6-9BD5-3E82E6A8C790}">
      <dsp:nvSpPr>
        <dsp:cNvPr id="0" name=""/>
        <dsp:cNvSpPr/>
      </dsp:nvSpPr>
      <dsp:spPr>
        <a:xfrm rot="2700000">
          <a:off x="596077" y="1422407"/>
          <a:ext cx="2103148" cy="2103148"/>
        </a:xfrm>
        <a:prstGeom prst="teardrop">
          <a:avLst>
            <a:gd name="adj" fmla="val 100000"/>
          </a:avLst>
        </a:prstGeom>
        <a:solidFill>
          <a:srgbClr val="001F4D"/>
        </a:solidFill>
        <a:ln>
          <a:solidFill>
            <a:srgbClr val="E93CB0"/>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DDBCEAB-3E08-4EC7-BFCC-707EFD548032}">
      <dsp:nvSpPr>
        <dsp:cNvPr id="0" name=""/>
        <dsp:cNvSpPr/>
      </dsp:nvSpPr>
      <dsp:spPr>
        <a:xfrm>
          <a:off x="667142" y="1492475"/>
          <a:ext cx="1962790" cy="1963380"/>
        </a:xfrm>
        <a:prstGeom prst="ellipse">
          <a:avLst/>
        </a:prstGeom>
        <a:solidFill>
          <a:schemeClr val="lt2">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001F4D"/>
              </a:solidFill>
            </a:rPr>
            <a:t>FETCHING THE DATA</a:t>
          </a:r>
        </a:p>
      </dsp:txBody>
      <dsp:txXfrm>
        <a:off x="947035" y="1773011"/>
        <a:ext cx="1403005" cy="14023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947D1-AFA0-43A3-AAB3-F457AD4FE273}">
      <dsp:nvSpPr>
        <dsp:cNvPr id="0" name=""/>
        <dsp:cNvSpPr/>
      </dsp:nvSpPr>
      <dsp:spPr>
        <a:xfrm>
          <a:off x="5998462" y="1753007"/>
          <a:ext cx="2119762" cy="735785"/>
        </a:xfrm>
        <a:custGeom>
          <a:avLst/>
          <a:gdLst/>
          <a:ahLst/>
          <a:cxnLst/>
          <a:rect l="0" t="0" r="0" b="0"/>
          <a:pathLst>
            <a:path>
              <a:moveTo>
                <a:pt x="0" y="0"/>
              </a:moveTo>
              <a:lnTo>
                <a:pt x="0" y="367892"/>
              </a:lnTo>
              <a:lnTo>
                <a:pt x="2119762" y="367892"/>
              </a:lnTo>
              <a:lnTo>
                <a:pt x="2119762" y="735785"/>
              </a:lnTo>
            </a:path>
          </a:pathLst>
        </a:custGeom>
        <a:noFill/>
        <a:ln w="25400" cap="flat" cmpd="sng" algn="ctr">
          <a:solidFill>
            <a:srgbClr val="E93CB0"/>
          </a:solidFill>
          <a:prstDash val="solid"/>
        </a:ln>
        <a:effectLst/>
      </dsp:spPr>
      <dsp:style>
        <a:lnRef idx="2">
          <a:scrgbClr r="0" g="0" b="0"/>
        </a:lnRef>
        <a:fillRef idx="0">
          <a:scrgbClr r="0" g="0" b="0"/>
        </a:fillRef>
        <a:effectRef idx="0">
          <a:scrgbClr r="0" g="0" b="0"/>
        </a:effectRef>
        <a:fontRef idx="minor"/>
      </dsp:style>
    </dsp:sp>
    <dsp:sp modelId="{64B366B8-6A6C-40E2-9CA8-4791880FF021}">
      <dsp:nvSpPr>
        <dsp:cNvPr id="0" name=""/>
        <dsp:cNvSpPr/>
      </dsp:nvSpPr>
      <dsp:spPr>
        <a:xfrm>
          <a:off x="3878699" y="1753007"/>
          <a:ext cx="2119762" cy="735785"/>
        </a:xfrm>
        <a:custGeom>
          <a:avLst/>
          <a:gdLst/>
          <a:ahLst/>
          <a:cxnLst/>
          <a:rect l="0" t="0" r="0" b="0"/>
          <a:pathLst>
            <a:path>
              <a:moveTo>
                <a:pt x="2119762" y="0"/>
              </a:moveTo>
              <a:lnTo>
                <a:pt x="2119762" y="367892"/>
              </a:lnTo>
              <a:lnTo>
                <a:pt x="0" y="367892"/>
              </a:lnTo>
              <a:lnTo>
                <a:pt x="0" y="735785"/>
              </a:lnTo>
            </a:path>
          </a:pathLst>
        </a:custGeom>
        <a:noFill/>
        <a:ln w="25400" cap="flat" cmpd="sng" algn="ctr">
          <a:solidFill>
            <a:srgbClr val="E93CB0"/>
          </a:solidFill>
          <a:prstDash val="solid"/>
        </a:ln>
        <a:effectLst/>
      </dsp:spPr>
      <dsp:style>
        <a:lnRef idx="2">
          <a:scrgbClr r="0" g="0" b="0"/>
        </a:lnRef>
        <a:fillRef idx="0">
          <a:scrgbClr r="0" g="0" b="0"/>
        </a:fillRef>
        <a:effectRef idx="0">
          <a:scrgbClr r="0" g="0" b="0"/>
        </a:effectRef>
        <a:fontRef idx="minor"/>
      </dsp:style>
    </dsp:sp>
    <dsp:sp modelId="{46997915-2E87-421A-B6C6-09233BC7C23D}">
      <dsp:nvSpPr>
        <dsp:cNvPr id="0" name=""/>
        <dsp:cNvSpPr/>
      </dsp:nvSpPr>
      <dsp:spPr>
        <a:xfrm>
          <a:off x="4246591" y="1137"/>
          <a:ext cx="3503740" cy="1751870"/>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Balancing ways</a:t>
          </a:r>
        </a:p>
      </dsp:txBody>
      <dsp:txXfrm>
        <a:off x="4246591" y="1137"/>
        <a:ext cx="3503740" cy="1751870"/>
      </dsp:txXfrm>
    </dsp:sp>
    <dsp:sp modelId="{39F971FD-650C-4A1D-A6F1-5D3A119E571B}">
      <dsp:nvSpPr>
        <dsp:cNvPr id="0" name=""/>
        <dsp:cNvSpPr/>
      </dsp:nvSpPr>
      <dsp:spPr>
        <a:xfrm>
          <a:off x="2126828" y="2488792"/>
          <a:ext cx="3503740" cy="1751870"/>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Adding new samples until balance</a:t>
          </a:r>
        </a:p>
      </dsp:txBody>
      <dsp:txXfrm>
        <a:off x="2126828" y="2488792"/>
        <a:ext cx="3503740" cy="1751870"/>
      </dsp:txXfrm>
    </dsp:sp>
    <dsp:sp modelId="{BB74E9D4-BD9F-45CC-A7DB-80E1ED1FA567}">
      <dsp:nvSpPr>
        <dsp:cNvPr id="0" name=""/>
        <dsp:cNvSpPr/>
      </dsp:nvSpPr>
      <dsp:spPr>
        <a:xfrm>
          <a:off x="6366354" y="2488792"/>
          <a:ext cx="3503740" cy="1751870"/>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Removing samples until balance</a:t>
          </a:r>
        </a:p>
      </dsp:txBody>
      <dsp:txXfrm>
        <a:off x="6366354" y="2488792"/>
        <a:ext cx="3503740" cy="17518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32289-95EF-46C0-BE82-63A258432E87}">
      <dsp:nvSpPr>
        <dsp:cNvPr id="0" name=""/>
        <dsp:cNvSpPr/>
      </dsp:nvSpPr>
      <dsp:spPr>
        <a:xfrm>
          <a:off x="6096000" y="2251093"/>
          <a:ext cx="4774424" cy="552412"/>
        </a:xfrm>
        <a:custGeom>
          <a:avLst/>
          <a:gdLst/>
          <a:ahLst/>
          <a:cxnLst/>
          <a:rect l="0" t="0" r="0" b="0"/>
          <a:pathLst>
            <a:path>
              <a:moveTo>
                <a:pt x="0" y="0"/>
              </a:moveTo>
              <a:lnTo>
                <a:pt x="0" y="276206"/>
              </a:lnTo>
              <a:lnTo>
                <a:pt x="4774424" y="276206"/>
              </a:lnTo>
              <a:lnTo>
                <a:pt x="4774424" y="552412"/>
              </a:lnTo>
            </a:path>
          </a:pathLst>
        </a:custGeom>
        <a:noFill/>
        <a:ln w="25400" cap="flat" cmpd="sng" algn="ctr">
          <a:solidFill>
            <a:srgbClr val="E93CB0"/>
          </a:solidFill>
          <a:prstDash val="solid"/>
        </a:ln>
        <a:effectLst/>
      </dsp:spPr>
      <dsp:style>
        <a:lnRef idx="2">
          <a:scrgbClr r="0" g="0" b="0"/>
        </a:lnRef>
        <a:fillRef idx="0">
          <a:scrgbClr r="0" g="0" b="0"/>
        </a:fillRef>
        <a:effectRef idx="0">
          <a:scrgbClr r="0" g="0" b="0"/>
        </a:effectRef>
        <a:fontRef idx="minor"/>
      </dsp:style>
    </dsp:sp>
    <dsp:sp modelId="{D0B42BD8-74D0-44EE-A641-C582C2D7F469}">
      <dsp:nvSpPr>
        <dsp:cNvPr id="0" name=""/>
        <dsp:cNvSpPr/>
      </dsp:nvSpPr>
      <dsp:spPr>
        <a:xfrm>
          <a:off x="6096000" y="2251093"/>
          <a:ext cx="1591474" cy="552412"/>
        </a:xfrm>
        <a:custGeom>
          <a:avLst/>
          <a:gdLst/>
          <a:ahLst/>
          <a:cxnLst/>
          <a:rect l="0" t="0" r="0" b="0"/>
          <a:pathLst>
            <a:path>
              <a:moveTo>
                <a:pt x="0" y="0"/>
              </a:moveTo>
              <a:lnTo>
                <a:pt x="0" y="276206"/>
              </a:lnTo>
              <a:lnTo>
                <a:pt x="1591474" y="276206"/>
              </a:lnTo>
              <a:lnTo>
                <a:pt x="1591474" y="552412"/>
              </a:lnTo>
            </a:path>
          </a:pathLst>
        </a:custGeom>
        <a:noFill/>
        <a:ln w="25400" cap="flat" cmpd="sng" algn="ctr">
          <a:solidFill>
            <a:srgbClr val="E93CB0"/>
          </a:solidFill>
          <a:prstDash val="solid"/>
        </a:ln>
        <a:effectLst/>
      </dsp:spPr>
      <dsp:style>
        <a:lnRef idx="2">
          <a:scrgbClr r="0" g="0" b="0"/>
        </a:lnRef>
        <a:fillRef idx="0">
          <a:scrgbClr r="0" g="0" b="0"/>
        </a:fillRef>
        <a:effectRef idx="0">
          <a:scrgbClr r="0" g="0" b="0"/>
        </a:effectRef>
        <a:fontRef idx="minor"/>
      </dsp:style>
    </dsp:sp>
    <dsp:sp modelId="{6B867250-50A9-4455-A5A5-87C1E3D2CB45}">
      <dsp:nvSpPr>
        <dsp:cNvPr id="0" name=""/>
        <dsp:cNvSpPr/>
      </dsp:nvSpPr>
      <dsp:spPr>
        <a:xfrm>
          <a:off x="4504525" y="2251093"/>
          <a:ext cx="1591474" cy="552412"/>
        </a:xfrm>
        <a:custGeom>
          <a:avLst/>
          <a:gdLst/>
          <a:ahLst/>
          <a:cxnLst/>
          <a:rect l="0" t="0" r="0" b="0"/>
          <a:pathLst>
            <a:path>
              <a:moveTo>
                <a:pt x="1591474" y="0"/>
              </a:moveTo>
              <a:lnTo>
                <a:pt x="1591474" y="276206"/>
              </a:lnTo>
              <a:lnTo>
                <a:pt x="0" y="276206"/>
              </a:lnTo>
              <a:lnTo>
                <a:pt x="0" y="552412"/>
              </a:lnTo>
            </a:path>
          </a:pathLst>
        </a:custGeom>
        <a:noFill/>
        <a:ln w="25400" cap="flat" cmpd="sng" algn="ctr">
          <a:solidFill>
            <a:srgbClr val="E93CB0"/>
          </a:solidFill>
          <a:prstDash val="solid"/>
        </a:ln>
        <a:effectLst/>
      </dsp:spPr>
      <dsp:style>
        <a:lnRef idx="2">
          <a:scrgbClr r="0" g="0" b="0"/>
        </a:lnRef>
        <a:fillRef idx="0">
          <a:scrgbClr r="0" g="0" b="0"/>
        </a:fillRef>
        <a:effectRef idx="0">
          <a:scrgbClr r="0" g="0" b="0"/>
        </a:effectRef>
        <a:fontRef idx="minor"/>
      </dsp:style>
    </dsp:sp>
    <dsp:sp modelId="{E22FB92A-ABF3-41AC-9EAB-0A92C3F1EDA7}">
      <dsp:nvSpPr>
        <dsp:cNvPr id="0" name=""/>
        <dsp:cNvSpPr/>
      </dsp:nvSpPr>
      <dsp:spPr>
        <a:xfrm>
          <a:off x="1321575" y="2251093"/>
          <a:ext cx="4774424" cy="552412"/>
        </a:xfrm>
        <a:custGeom>
          <a:avLst/>
          <a:gdLst/>
          <a:ahLst/>
          <a:cxnLst/>
          <a:rect l="0" t="0" r="0" b="0"/>
          <a:pathLst>
            <a:path>
              <a:moveTo>
                <a:pt x="4774424" y="0"/>
              </a:moveTo>
              <a:lnTo>
                <a:pt x="4774424" y="276206"/>
              </a:lnTo>
              <a:lnTo>
                <a:pt x="0" y="276206"/>
              </a:lnTo>
              <a:lnTo>
                <a:pt x="0" y="552412"/>
              </a:lnTo>
            </a:path>
          </a:pathLst>
        </a:custGeom>
        <a:noFill/>
        <a:ln w="25400" cap="flat" cmpd="sng" algn="ctr">
          <a:solidFill>
            <a:srgbClr val="E93CB0"/>
          </a:solidFill>
          <a:prstDash val="solid"/>
        </a:ln>
        <a:effectLst/>
      </dsp:spPr>
      <dsp:style>
        <a:lnRef idx="2">
          <a:scrgbClr r="0" g="0" b="0"/>
        </a:lnRef>
        <a:fillRef idx="0">
          <a:scrgbClr r="0" g="0" b="0"/>
        </a:fillRef>
        <a:effectRef idx="0">
          <a:scrgbClr r="0" g="0" b="0"/>
        </a:effectRef>
        <a:fontRef idx="minor"/>
      </dsp:style>
    </dsp:sp>
    <dsp:sp modelId="{824730B1-A7FB-468B-8A13-D7215FAB556C}">
      <dsp:nvSpPr>
        <dsp:cNvPr id="0" name=""/>
        <dsp:cNvSpPr/>
      </dsp:nvSpPr>
      <dsp:spPr>
        <a:xfrm>
          <a:off x="4191004" y="935825"/>
          <a:ext cx="3809991" cy="1315268"/>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ACTUAL APP </a:t>
          </a:r>
        </a:p>
      </dsp:txBody>
      <dsp:txXfrm>
        <a:off x="4191004" y="935825"/>
        <a:ext cx="3809991" cy="1315268"/>
      </dsp:txXfrm>
    </dsp:sp>
    <dsp:sp modelId="{B96A1196-32B7-409C-B8C3-98786FAE7365}">
      <dsp:nvSpPr>
        <dsp:cNvPr id="0" name=""/>
        <dsp:cNvSpPr/>
      </dsp:nvSpPr>
      <dsp:spPr>
        <a:xfrm>
          <a:off x="6306" y="2803506"/>
          <a:ext cx="2630537" cy="1315268"/>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GRADIO UI</a:t>
          </a:r>
        </a:p>
      </dsp:txBody>
      <dsp:txXfrm>
        <a:off x="6306" y="2803506"/>
        <a:ext cx="2630537" cy="1315268"/>
      </dsp:txXfrm>
    </dsp:sp>
    <dsp:sp modelId="{AF426381-5303-4A74-A005-9C9B365DF13F}">
      <dsp:nvSpPr>
        <dsp:cNvPr id="0" name=""/>
        <dsp:cNvSpPr/>
      </dsp:nvSpPr>
      <dsp:spPr>
        <a:xfrm>
          <a:off x="3189256" y="2803506"/>
          <a:ext cx="2630537" cy="1315268"/>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a:t>FAST API</a:t>
          </a:r>
          <a:endParaRPr lang="en-US" sz="3200" kern="1200" dirty="0"/>
        </a:p>
      </dsp:txBody>
      <dsp:txXfrm>
        <a:off x="3189256" y="2803506"/>
        <a:ext cx="2630537" cy="1315268"/>
      </dsp:txXfrm>
    </dsp:sp>
    <dsp:sp modelId="{52C2B782-37E0-43D4-9C74-C75B7A4641C4}">
      <dsp:nvSpPr>
        <dsp:cNvPr id="0" name=""/>
        <dsp:cNvSpPr/>
      </dsp:nvSpPr>
      <dsp:spPr>
        <a:xfrm>
          <a:off x="6372206" y="2803506"/>
          <a:ext cx="2630537" cy="1315268"/>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FLASK</a:t>
          </a:r>
        </a:p>
      </dsp:txBody>
      <dsp:txXfrm>
        <a:off x="6372206" y="2803506"/>
        <a:ext cx="2630537" cy="1315268"/>
      </dsp:txXfrm>
    </dsp:sp>
    <dsp:sp modelId="{1D703986-33AB-4378-AF63-9C012E363D99}">
      <dsp:nvSpPr>
        <dsp:cNvPr id="0" name=""/>
        <dsp:cNvSpPr/>
      </dsp:nvSpPr>
      <dsp:spPr>
        <a:xfrm>
          <a:off x="9555156" y="2803506"/>
          <a:ext cx="2630537" cy="1315268"/>
        </a:xfrm>
        <a:prstGeom prst="rect">
          <a:avLst/>
        </a:prstGeom>
        <a:solidFill>
          <a:srgbClr val="001F4D"/>
        </a:solidFill>
        <a:ln w="25400" cap="flat" cmpd="sng" algn="ctr">
          <a:solidFill>
            <a:srgbClr val="E93C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STREAMLIT</a:t>
          </a:r>
        </a:p>
      </dsp:txBody>
      <dsp:txXfrm>
        <a:off x="9555156" y="2803506"/>
        <a:ext cx="2630537" cy="1315268"/>
      </dsp:txXfrm>
    </dsp:sp>
  </dsp:spTree>
</dsp:drawing>
</file>

<file path=ppt/diagrams/layout1.xml><?xml version="1.0" encoding="utf-8"?>
<dgm:layoutDef xmlns:dgm="http://schemas.openxmlformats.org/drawingml/2006/diagram" xmlns:a="http://schemas.openxmlformats.org/drawingml/2006/main" uniqueId="urn:microsoft.com/office/officeart/2024/layout/MeetTheTeamCard">
  <dgm:title val=""/>
  <dgm:desc val=""/>
  <dgm:catLst>
    <dgm:cat type="meettheteam" pri="101"/>
    <dgm:cat type="pictureconvert" pri="32000"/>
  </dgm:catLst>
  <dgm:sampData>
    <dgm:dataModel>
      <dgm:ptLst>
        <dgm:pt modelId="0" type="doc"/>
        <dgm:pt modelId="10">
          <dgm:prSet phldrT="Name" phldr="1"/>
        </dgm:pt>
        <dgm:pt modelId="11">
          <dgm:prSet phldrT="Role" phldr="1"/>
        </dgm:pt>
        <dgm:pt modelId="20">
          <dgm:prSet phldrT="Name" phldr="1"/>
        </dgm:pt>
        <dgm:pt modelId="21">
          <dgm:prSet phldrT="Role" phldr="1"/>
        </dgm:pt>
        <dgm:pt modelId="30">
          <dgm:prSet phldrT="Name" phldr="1"/>
        </dgm:pt>
        <dgm:pt modelId="31">
          <dgm:prSet phldrT="Role" phldr="1"/>
        </dgm:pt>
        <dgm:pt modelId="40">
          <dgm:prSet phldrT="Name" phldr="1"/>
        </dgm:pt>
        <dgm:pt modelId="41">
          <dgm:prSet phldrT="Role" phldr="1"/>
        </dgm:pt>
      </dgm:ptLst>
      <dgm:cxnLst>
        <dgm:cxn modelId="100" srcId="0" destId="10" srcOrd="0" destOrd="0"/>
        <dgm:cxn modelId="101" srcId="10" destId="11" srcOrd="0" destOrd="0"/>
        <dgm:cxn modelId="102" srcId="0" destId="20" srcOrd="1" destOrd="0"/>
        <dgm:cxn modelId="103" srcId="20" destId="21" srcOrd="0" destOrd="0"/>
        <dgm:cxn modelId="104" srcId="0" destId="30" srcOrd="2" destOrd="0"/>
        <dgm:cxn modelId="105" srcId="30" destId="31" srcOrd="0" destOrd="0"/>
        <dgm:cxn modelId="106" srcId="0" destId="40" srcOrd="3" destOrd="0"/>
        <dgm:cxn modelId="107" srcId="40" destId="4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24"/>
          <dgm:constr type="w" for="ch" forName="compNode" val="100"/>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 type="h" for="des" forName="nameText" op="equ"/>
          <dgm:constr type="h" for="des" forName="roleText" op="equ"/>
        </dgm:constrLst>
      </dgm:if>
      <dgm:if name="Name5" axis="ch" ptType="node" func="cnt" op="lte" val="3">
        <dgm:constrLst>
          <dgm:constr type="h" for="ch" forName="compNode" refType="h" fact="0.24"/>
          <dgm:constr type="w" for="ch" forName="compNode" val="100"/>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 type="h" for="des" forName="nameText" op="equ"/>
          <dgm:constr type="h" for="des" forName="roleText" op="equ"/>
        </dgm:constrLst>
      </dgm:if>
      <dgm:if name="Name6" axis="ch" ptType="node" func="cnt" op="lte" val="4">
        <dgm:constrLst>
          <dgm:constr type="h" for="ch" forName="compNode" refType="h" fact="0.24"/>
          <dgm:constr type="w" for="ch" forName="compNode" refType="w"/>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 type="h" for="des" forName="nameText" op="equ"/>
          <dgm:constr type="h" for="des" forName="roleText" op="equ"/>
        </dgm:constrLst>
      </dgm:if>
      <dgm:else name="Name7">
        <dgm:constrLst>
          <dgm:constr type="h" for="ch" forName="compNode" refType="h" fact="0.24"/>
          <dgm:constr type="w" for="ch" forName="compNode" refType="w"/>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 type="h" for="des" forName="nameText" op="equ"/>
          <dgm:constr type="h" for="des" forName="roleTex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hoose name="hasRole">
          <dgm:if name="hasRoleYes" axis="ch" ptType="node" func="cnt" op="gte" val="1">
            <dgm:constrLst>
              <dgm:constr type="w" for="ch" forName="bgPill" refType="w"/>
              <dgm:constr type="h" for="ch" forName="bgPill" refType="h"/>
              <dgm:constr type="l" for="ch" forName="bgPill"/>
              <dgm:constr type="t" for="ch" forName="bgPill"/>
              <dgm:constr type="w" for="ch" forName="photoCircle" refType="h" fact="0.83"/>
              <dgm:constr type="h" for="ch" forName="photoCircle" refType="w" refFor="ch" refForName="photoCircle"/>
              <dgm:constr type="ctrY" for="ch" forName="photoCircle" refType="h" fact="0.5"/>
              <dgm:constr type="l" for="ch" forName="photoCircle" refType="h" fact="0.085"/>
              <dgm:constr type="w" for="ch" forName="nameText" refType="w" fact="0.55"/>
              <dgm:constr type="h" for="ch" forName="nameText" refType="h" fact="0.5"/>
              <dgm:constr type="l" for="ch" forName="nameText" refType="h" fact="1.08"/>
              <dgm:constr type="t" for="ch" forName="nameText"/>
              <dgm:constr type="w" for="ch" forName="roleText" refType="w" fact="0.55"/>
              <dgm:constr type="h" for="ch" forName="roleText" refType="h" fact="0.45"/>
              <dgm:constr type="l" for="ch" forName="roleText" refType="h" fact="1.08"/>
              <dgm:constr type="t" for="ch" forName="roleText" refType="h" fact="0.55"/>
            </dgm:constrLst>
          </dgm:if>
          <dgm:else name="hasRoleNo">
            <dgm:constrLst>
              <dgm:constr type="w" for="ch" forName="bgPill" refType="w"/>
              <dgm:constr type="h" for="ch" forName="bgPill" refType="h"/>
              <dgm:constr type="l" for="ch" forName="bgPill"/>
              <dgm:constr type="t" for="ch" forName="bgPill"/>
              <dgm:constr type="w" for="ch" forName="photoCircle" refType="h" fact="0.83"/>
              <dgm:constr type="h" for="ch" forName="photoCircle" refType="w" refFor="ch" refForName="photoCircle"/>
              <dgm:constr type="ctrY" for="ch" forName="photoCircle" refType="h" fact="0.5"/>
              <dgm:constr type="l" for="ch" forName="photoCircle" refType="h" fact="0.085"/>
              <dgm:constr type="w" for="ch" forName="nameText" refType="w" fact="0.55"/>
              <dgm:constr type="h" for="ch" forName="nameText" refType="h" fact="0.6"/>
              <dgm:constr type="l" for="ch" forName="nameText" refType="h" fact="1.08"/>
              <dgm:constr type="t" for="ch" forName="nameText"/>
              <dgm:constr type="w" for="ch" forName="roleText" refType="w" fact="0.55"/>
              <dgm:constr type="h" for="ch" forName="roleText"/>
              <dgm:constr type="l" for="ch" forName="roleText" refType="h" fact="1.08"/>
              <dgm:constr type="t" for="ch" forName="roleText" refType="h" fact="0.6"/>
            </dgm:constrLst>
          </dgm:else>
        </dgm:choose>
        <dgm:ruleLst>
          <dgm:rule type="h" val="INF" fact="NaN" max="NaN"/>
        </dgm:ruleLst>
        <dgm:layoutNode name="bgPill" styleLbl="node1NoLn">
          <dgm:alg type="sp"/>
          <dgm:shape xmlns:r="http://schemas.openxmlformats.org/officeDocument/2006/relationships" type="roundRect" r:blip="">
            <dgm:adjLst>
              <dgm:adj idx="1" val="0.5"/>
            </dgm:adjLst>
          </dgm:shape>
          <dgm:presOf/>
          <dgm:constrLst/>
          <dgm:ruleLst/>
        </dgm:layoutNode>
        <dgm:layoutNode name="photoCircle" styleLbl="ltNode1NoLn">
          <dgm:alg type="sp"/>
          <dgm:shape xmlns:r="http://schemas.openxmlformats.org/officeDocument/2006/relationships" type="ellipse" r:blip="" blipPhldr="1">
            <dgm:adjLst/>
          </dgm:shape>
          <dgm:presOf/>
          <dgm:constrLst/>
          <dgm:ruleLst/>
        </dgm:layoutNode>
        <dgm:layoutNode name="nameText" styleLbl="revTxLt">
          <dgm:varLst>
            <dgm:chMax val="1"/>
            <dgm:chPref val="1"/>
          </dgm:varLst>
          <dgm:alg type="tx">
            <dgm:param type="txAnchorVert" val="b"/>
            <dgm:param type="parTxLTRAlign" val="l"/>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5" fact="NaN" max="NaN"/>
          </dgm:ruleLst>
        </dgm:layoutNode>
        <dgm:layoutNode name="roleText" styleLbl="revTxLt">
          <dgm:varLst>
            <dgm:chMax val="0"/>
          </dgm:varLst>
          <dgm:alg type="tx">
            <dgm:param type="txAnchorVert" val="t"/>
            <dgm:param type="parTxLTRAlign" val="l"/>
          </dgm:alg>
          <dgm:shape xmlns:r="http://schemas.openxmlformats.org/officeDocument/2006/relationships" type="rect" r:blip="">
            <dgm:adjLst/>
          </dgm:shape>
          <dgm:presOf axis="des" ptType="node"/>
          <dgm:constrLst>
            <dgm:constr type="lMarg"/>
            <dgm:constr type="rMarg"/>
            <dgm:constr type="tMarg"/>
            <dgm:constr type="bMarg"/>
          </dgm:constrLst>
          <dgm:ruleLst>
            <dgm:rule type="primFontSz" val="5"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C75AC6-F559-45B2-A5C5-8DE995D149FC}"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8A07FB-5108-4849-8556-9CB8ACF50424}" type="slidenum">
              <a:rPr lang="en-US" smtClean="0"/>
              <a:t>‹#›</a:t>
            </a:fld>
            <a:endParaRPr lang="en-US"/>
          </a:p>
        </p:txBody>
      </p:sp>
    </p:spTree>
    <p:extLst>
      <p:ext uri="{BB962C8B-B14F-4D97-AF65-F5344CB8AC3E}">
        <p14:creationId xmlns:p14="http://schemas.microsoft.com/office/powerpoint/2010/main" val="3882792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A07FB-5108-4849-8556-9CB8ACF50424}" type="slidenum">
              <a:rPr lang="en-US" smtClean="0"/>
              <a:t>2</a:t>
            </a:fld>
            <a:endParaRPr lang="en-US"/>
          </a:p>
        </p:txBody>
      </p:sp>
    </p:spTree>
    <p:extLst>
      <p:ext uri="{BB962C8B-B14F-4D97-AF65-F5344CB8AC3E}">
        <p14:creationId xmlns:p14="http://schemas.microsoft.com/office/powerpoint/2010/main" val="4834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A07FB-5108-4849-8556-9CB8ACF50424}" type="slidenum">
              <a:rPr lang="en-US" smtClean="0"/>
              <a:t>3</a:t>
            </a:fld>
            <a:endParaRPr lang="en-US"/>
          </a:p>
        </p:txBody>
      </p:sp>
    </p:spTree>
    <p:extLst>
      <p:ext uri="{BB962C8B-B14F-4D97-AF65-F5344CB8AC3E}">
        <p14:creationId xmlns:p14="http://schemas.microsoft.com/office/powerpoint/2010/main" val="348473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A07FB-5108-4849-8556-9CB8ACF50424}" type="slidenum">
              <a:rPr lang="en-US" smtClean="0"/>
              <a:t>6</a:t>
            </a:fld>
            <a:endParaRPr lang="en-US"/>
          </a:p>
        </p:txBody>
      </p:sp>
    </p:spTree>
    <p:extLst>
      <p:ext uri="{BB962C8B-B14F-4D97-AF65-F5344CB8AC3E}">
        <p14:creationId xmlns:p14="http://schemas.microsoft.com/office/powerpoint/2010/main" val="2427461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FA2A-C289-2DA3-2FC5-EA2941F09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ECFFF-DB21-56A7-0073-1687AD8F8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34494-3EAD-7BBA-0E47-25BED9EF1F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AF59A0-1DDA-0C10-CC5A-613A991F8B69}"/>
              </a:ext>
            </a:extLst>
          </p:cNvPr>
          <p:cNvSpPr>
            <a:spLocks noGrp="1"/>
          </p:cNvSpPr>
          <p:nvPr>
            <p:ph type="sldNum" sz="quarter" idx="5"/>
          </p:nvPr>
        </p:nvSpPr>
        <p:spPr/>
        <p:txBody>
          <a:bodyPr/>
          <a:lstStyle/>
          <a:p>
            <a:fld id="{CA8A07FB-5108-4849-8556-9CB8ACF50424}" type="slidenum">
              <a:rPr lang="en-US" smtClean="0"/>
              <a:t>7</a:t>
            </a:fld>
            <a:endParaRPr lang="en-US"/>
          </a:p>
        </p:txBody>
      </p:sp>
    </p:spTree>
    <p:extLst>
      <p:ext uri="{BB962C8B-B14F-4D97-AF65-F5344CB8AC3E}">
        <p14:creationId xmlns:p14="http://schemas.microsoft.com/office/powerpoint/2010/main" val="2726700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01974-71C7-44EE-81FF-DA2B9470B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5F052-07E7-50C5-8AF8-0594686C6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5E8C3-0D1F-8E60-4936-202D9076D3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D68190-ABE1-4F76-7D18-FE165EC45ADD}"/>
              </a:ext>
            </a:extLst>
          </p:cNvPr>
          <p:cNvSpPr>
            <a:spLocks noGrp="1"/>
          </p:cNvSpPr>
          <p:nvPr>
            <p:ph type="sldNum" sz="quarter" idx="5"/>
          </p:nvPr>
        </p:nvSpPr>
        <p:spPr/>
        <p:txBody>
          <a:bodyPr/>
          <a:lstStyle/>
          <a:p>
            <a:fld id="{CA8A07FB-5108-4849-8556-9CB8ACF50424}" type="slidenum">
              <a:rPr lang="en-US" smtClean="0"/>
              <a:t>8</a:t>
            </a:fld>
            <a:endParaRPr lang="en-US"/>
          </a:p>
        </p:txBody>
      </p:sp>
    </p:spTree>
    <p:extLst>
      <p:ext uri="{BB962C8B-B14F-4D97-AF65-F5344CB8AC3E}">
        <p14:creationId xmlns:p14="http://schemas.microsoft.com/office/powerpoint/2010/main" val="3255854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533F-7120-ACCF-7BA8-24A5137AF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14E98-48EA-4363-8E47-B9BEE895A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3FAF2-4C74-4FDE-64CA-7128B9DC81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B958DA-452D-A4C3-113B-A07B2694DD57}"/>
              </a:ext>
            </a:extLst>
          </p:cNvPr>
          <p:cNvSpPr>
            <a:spLocks noGrp="1"/>
          </p:cNvSpPr>
          <p:nvPr>
            <p:ph type="sldNum" sz="quarter" idx="5"/>
          </p:nvPr>
        </p:nvSpPr>
        <p:spPr/>
        <p:txBody>
          <a:bodyPr/>
          <a:lstStyle/>
          <a:p>
            <a:fld id="{CA8A07FB-5108-4849-8556-9CB8ACF50424}" type="slidenum">
              <a:rPr lang="en-US" smtClean="0"/>
              <a:t>9</a:t>
            </a:fld>
            <a:endParaRPr lang="en-US"/>
          </a:p>
        </p:txBody>
      </p:sp>
    </p:spTree>
    <p:extLst>
      <p:ext uri="{BB962C8B-B14F-4D97-AF65-F5344CB8AC3E}">
        <p14:creationId xmlns:p14="http://schemas.microsoft.com/office/powerpoint/2010/main" val="884196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3B3B8-DC5C-9380-31D2-743856840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F332-42F7-1B10-7249-AB9205C5E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43340-9564-1A6B-0E87-780FFA000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968524-7989-5082-85AD-609DBF624BC8}"/>
              </a:ext>
            </a:extLst>
          </p:cNvPr>
          <p:cNvSpPr>
            <a:spLocks noGrp="1"/>
          </p:cNvSpPr>
          <p:nvPr>
            <p:ph type="sldNum" sz="quarter" idx="5"/>
          </p:nvPr>
        </p:nvSpPr>
        <p:spPr/>
        <p:txBody>
          <a:bodyPr/>
          <a:lstStyle/>
          <a:p>
            <a:fld id="{CA8A07FB-5108-4849-8556-9CB8ACF50424}" type="slidenum">
              <a:rPr lang="en-US" smtClean="0"/>
              <a:t>10</a:t>
            </a:fld>
            <a:endParaRPr lang="en-US"/>
          </a:p>
        </p:txBody>
      </p:sp>
    </p:spTree>
    <p:extLst>
      <p:ext uri="{BB962C8B-B14F-4D97-AF65-F5344CB8AC3E}">
        <p14:creationId xmlns:p14="http://schemas.microsoft.com/office/powerpoint/2010/main" val="1856824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D2B48-3988-0A2D-03CE-AAC43E542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3AA80-BB99-0DF7-4F44-E167F540D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90D31-78F8-E858-A38D-60430F14B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408729-7F4D-610D-08C7-3043BD3603A1}"/>
              </a:ext>
            </a:extLst>
          </p:cNvPr>
          <p:cNvSpPr>
            <a:spLocks noGrp="1"/>
          </p:cNvSpPr>
          <p:nvPr>
            <p:ph type="sldNum" sz="quarter" idx="5"/>
          </p:nvPr>
        </p:nvSpPr>
        <p:spPr/>
        <p:txBody>
          <a:bodyPr/>
          <a:lstStyle/>
          <a:p>
            <a:fld id="{CA8A07FB-5108-4849-8556-9CB8ACF50424}" type="slidenum">
              <a:rPr lang="en-US" smtClean="0"/>
              <a:t>12</a:t>
            </a:fld>
            <a:endParaRPr lang="en-US"/>
          </a:p>
        </p:txBody>
      </p:sp>
    </p:spTree>
    <p:extLst>
      <p:ext uri="{BB962C8B-B14F-4D97-AF65-F5344CB8AC3E}">
        <p14:creationId xmlns:p14="http://schemas.microsoft.com/office/powerpoint/2010/main" val="2755699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8E7C1-BB13-2C89-8DC8-D7EBDC12F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294B3-C88D-65A0-B1D7-7B13D4A6D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F07DE-C44F-46F8-42B1-FC59F12CD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A9B72B-2BE7-AF62-F193-92A0A1698879}"/>
              </a:ext>
            </a:extLst>
          </p:cNvPr>
          <p:cNvSpPr>
            <a:spLocks noGrp="1"/>
          </p:cNvSpPr>
          <p:nvPr>
            <p:ph type="sldNum" sz="quarter" idx="5"/>
          </p:nvPr>
        </p:nvSpPr>
        <p:spPr/>
        <p:txBody>
          <a:bodyPr/>
          <a:lstStyle/>
          <a:p>
            <a:fld id="{CA8A07FB-5108-4849-8556-9CB8ACF50424}" type="slidenum">
              <a:rPr lang="en-US" smtClean="0"/>
              <a:t>13</a:t>
            </a:fld>
            <a:endParaRPr lang="en-US"/>
          </a:p>
        </p:txBody>
      </p:sp>
    </p:spTree>
    <p:extLst>
      <p:ext uri="{BB962C8B-B14F-4D97-AF65-F5344CB8AC3E}">
        <p14:creationId xmlns:p14="http://schemas.microsoft.com/office/powerpoint/2010/main" val="3219634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77DDB-8C98-0C9B-121E-D476BF49C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BD752-A521-F493-776E-CD42EEAD0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BDFEF-0B81-E7CB-27E8-364756ADD0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D0F8D1-8D6F-CA27-2FA0-8821834A13D5}"/>
              </a:ext>
            </a:extLst>
          </p:cNvPr>
          <p:cNvSpPr>
            <a:spLocks noGrp="1"/>
          </p:cNvSpPr>
          <p:nvPr>
            <p:ph type="sldNum" sz="quarter" idx="5"/>
          </p:nvPr>
        </p:nvSpPr>
        <p:spPr/>
        <p:txBody>
          <a:bodyPr/>
          <a:lstStyle/>
          <a:p>
            <a:fld id="{CA8A07FB-5108-4849-8556-9CB8ACF50424}" type="slidenum">
              <a:rPr lang="en-US" smtClean="0"/>
              <a:t>15</a:t>
            </a:fld>
            <a:endParaRPr lang="en-US"/>
          </a:p>
        </p:txBody>
      </p:sp>
    </p:spTree>
    <p:extLst>
      <p:ext uri="{BB962C8B-B14F-4D97-AF65-F5344CB8AC3E}">
        <p14:creationId xmlns:p14="http://schemas.microsoft.com/office/powerpoint/2010/main" val="2651766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C6D4-3628-95BF-8ACB-7EDCE1EC6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70326-3AA9-A3DC-2680-DD3D11EDE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D13E3-B576-E806-22BD-389C045958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4ECDE-8172-D381-0F33-8E7AA58AF572}"/>
              </a:ext>
            </a:extLst>
          </p:cNvPr>
          <p:cNvSpPr>
            <a:spLocks noGrp="1"/>
          </p:cNvSpPr>
          <p:nvPr>
            <p:ph type="sldNum" sz="quarter" idx="5"/>
          </p:nvPr>
        </p:nvSpPr>
        <p:spPr/>
        <p:txBody>
          <a:bodyPr/>
          <a:lstStyle/>
          <a:p>
            <a:fld id="{CA8A07FB-5108-4849-8556-9CB8ACF50424}" type="slidenum">
              <a:rPr lang="en-US" smtClean="0"/>
              <a:t>16</a:t>
            </a:fld>
            <a:endParaRPr lang="en-US"/>
          </a:p>
        </p:txBody>
      </p:sp>
    </p:spTree>
    <p:extLst>
      <p:ext uri="{BB962C8B-B14F-4D97-AF65-F5344CB8AC3E}">
        <p14:creationId xmlns:p14="http://schemas.microsoft.com/office/powerpoint/2010/main" val="305936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E21F-AD79-C55F-5F96-13751926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76FDB-2BEB-3A07-084E-2E3910731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031CE-8C6C-EE93-77FE-90F8521BA3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117020-0D8A-142D-96D7-F3B878C0A027}"/>
              </a:ext>
            </a:extLst>
          </p:cNvPr>
          <p:cNvSpPr>
            <a:spLocks noGrp="1"/>
          </p:cNvSpPr>
          <p:nvPr>
            <p:ph type="sldNum" sz="quarter" idx="5"/>
          </p:nvPr>
        </p:nvSpPr>
        <p:spPr/>
        <p:txBody>
          <a:bodyPr/>
          <a:lstStyle/>
          <a:p>
            <a:fld id="{CA8A07FB-5108-4849-8556-9CB8ACF50424}" type="slidenum">
              <a:rPr lang="en-US" smtClean="0"/>
              <a:t>17</a:t>
            </a:fld>
            <a:endParaRPr lang="en-US"/>
          </a:p>
        </p:txBody>
      </p:sp>
    </p:spTree>
    <p:extLst>
      <p:ext uri="{BB962C8B-B14F-4D97-AF65-F5344CB8AC3E}">
        <p14:creationId xmlns:p14="http://schemas.microsoft.com/office/powerpoint/2010/main" val="3846345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A8FB8-4A02-4890-2EC5-B7AE4734A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9DD41-26A0-B36C-E97F-234B5D841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4FFCE-1F19-516A-F4B8-3B446837E2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AF380A-6788-C95A-990D-8BD049957C30}"/>
              </a:ext>
            </a:extLst>
          </p:cNvPr>
          <p:cNvSpPr>
            <a:spLocks noGrp="1"/>
          </p:cNvSpPr>
          <p:nvPr>
            <p:ph type="sldNum" sz="quarter" idx="5"/>
          </p:nvPr>
        </p:nvSpPr>
        <p:spPr/>
        <p:txBody>
          <a:bodyPr/>
          <a:lstStyle/>
          <a:p>
            <a:fld id="{CA8A07FB-5108-4849-8556-9CB8ACF50424}" type="slidenum">
              <a:rPr lang="en-US" smtClean="0"/>
              <a:t>18</a:t>
            </a:fld>
            <a:endParaRPr lang="en-US"/>
          </a:p>
        </p:txBody>
      </p:sp>
    </p:spTree>
    <p:extLst>
      <p:ext uri="{BB962C8B-B14F-4D97-AF65-F5344CB8AC3E}">
        <p14:creationId xmlns:p14="http://schemas.microsoft.com/office/powerpoint/2010/main" val="1086577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F726-B378-4A73-6B6F-5A8826F84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7AC0D-B398-03D8-4738-A68697E60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EE913-3E09-FD07-4AAF-99AD145542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0A72BB-56B2-FE76-36A3-F2515DA8EA92}"/>
              </a:ext>
            </a:extLst>
          </p:cNvPr>
          <p:cNvSpPr>
            <a:spLocks noGrp="1"/>
          </p:cNvSpPr>
          <p:nvPr>
            <p:ph type="sldNum" sz="quarter" idx="5"/>
          </p:nvPr>
        </p:nvSpPr>
        <p:spPr/>
        <p:txBody>
          <a:bodyPr/>
          <a:lstStyle/>
          <a:p>
            <a:fld id="{CA8A07FB-5108-4849-8556-9CB8ACF50424}" type="slidenum">
              <a:rPr lang="en-US" smtClean="0"/>
              <a:t>19</a:t>
            </a:fld>
            <a:endParaRPr lang="en-US"/>
          </a:p>
        </p:txBody>
      </p:sp>
    </p:spTree>
    <p:extLst>
      <p:ext uri="{BB962C8B-B14F-4D97-AF65-F5344CB8AC3E}">
        <p14:creationId xmlns:p14="http://schemas.microsoft.com/office/powerpoint/2010/main" val="399283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38653-563D-37E9-7ED9-754E0806F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D1FBD-E94C-3E01-BE77-FCEDE3308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21AA3-909C-DEF6-B161-C986A57A42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461590-C976-34DB-BE09-1305D1AF9741}"/>
              </a:ext>
            </a:extLst>
          </p:cNvPr>
          <p:cNvSpPr>
            <a:spLocks noGrp="1"/>
          </p:cNvSpPr>
          <p:nvPr>
            <p:ph type="sldNum" sz="quarter" idx="5"/>
          </p:nvPr>
        </p:nvSpPr>
        <p:spPr/>
        <p:txBody>
          <a:bodyPr/>
          <a:lstStyle/>
          <a:p>
            <a:fld id="{CA8A07FB-5108-4849-8556-9CB8ACF50424}" type="slidenum">
              <a:rPr lang="en-US" smtClean="0"/>
              <a:t>20</a:t>
            </a:fld>
            <a:endParaRPr lang="en-US"/>
          </a:p>
        </p:txBody>
      </p:sp>
    </p:spTree>
    <p:extLst>
      <p:ext uri="{BB962C8B-B14F-4D97-AF65-F5344CB8AC3E}">
        <p14:creationId xmlns:p14="http://schemas.microsoft.com/office/powerpoint/2010/main" val="2748933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84055-E818-6F33-7DBE-C4E3BD76E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9ADBC-A5D7-4DBD-97C9-3D99CA5F4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DCA1E-740D-09BF-4EE9-772C0A86BB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6A8CDB-55AF-BB45-4820-BB72F78EE08C}"/>
              </a:ext>
            </a:extLst>
          </p:cNvPr>
          <p:cNvSpPr>
            <a:spLocks noGrp="1"/>
          </p:cNvSpPr>
          <p:nvPr>
            <p:ph type="sldNum" sz="quarter" idx="5"/>
          </p:nvPr>
        </p:nvSpPr>
        <p:spPr/>
        <p:txBody>
          <a:bodyPr/>
          <a:lstStyle/>
          <a:p>
            <a:fld id="{CA8A07FB-5108-4849-8556-9CB8ACF50424}" type="slidenum">
              <a:rPr lang="en-US" smtClean="0"/>
              <a:t>21</a:t>
            </a:fld>
            <a:endParaRPr lang="en-US"/>
          </a:p>
        </p:txBody>
      </p:sp>
    </p:spTree>
    <p:extLst>
      <p:ext uri="{BB962C8B-B14F-4D97-AF65-F5344CB8AC3E}">
        <p14:creationId xmlns:p14="http://schemas.microsoft.com/office/powerpoint/2010/main" val="122609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93B9-C08F-8549-9196-99D9CA49C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B193A-B2F7-2225-2CB8-EF6A012D8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E9C8C-254D-EC46-A4CC-4C7D22361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F0E2A-71B9-E935-EA19-1472916EF968}"/>
              </a:ext>
            </a:extLst>
          </p:cNvPr>
          <p:cNvSpPr>
            <a:spLocks noGrp="1"/>
          </p:cNvSpPr>
          <p:nvPr>
            <p:ph type="sldNum" sz="quarter" idx="5"/>
          </p:nvPr>
        </p:nvSpPr>
        <p:spPr/>
        <p:txBody>
          <a:bodyPr/>
          <a:lstStyle/>
          <a:p>
            <a:fld id="{CA8A07FB-5108-4849-8556-9CB8ACF50424}" type="slidenum">
              <a:rPr lang="en-US" smtClean="0"/>
              <a:t>22</a:t>
            </a:fld>
            <a:endParaRPr lang="en-US"/>
          </a:p>
        </p:txBody>
      </p:sp>
    </p:spTree>
    <p:extLst>
      <p:ext uri="{BB962C8B-B14F-4D97-AF65-F5344CB8AC3E}">
        <p14:creationId xmlns:p14="http://schemas.microsoft.com/office/powerpoint/2010/main" val="13369171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4DD4-DD58-51C5-B5A2-9FB773E58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508A9-68BA-2653-CBA6-1D3240411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ACD7D-CDF9-9E02-9E97-78B62E5237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955C06-0957-7B27-51DF-9BEE73729DF7}"/>
              </a:ext>
            </a:extLst>
          </p:cNvPr>
          <p:cNvSpPr>
            <a:spLocks noGrp="1"/>
          </p:cNvSpPr>
          <p:nvPr>
            <p:ph type="sldNum" sz="quarter" idx="5"/>
          </p:nvPr>
        </p:nvSpPr>
        <p:spPr/>
        <p:txBody>
          <a:bodyPr/>
          <a:lstStyle/>
          <a:p>
            <a:fld id="{CA8A07FB-5108-4849-8556-9CB8ACF50424}" type="slidenum">
              <a:rPr lang="en-US" smtClean="0"/>
              <a:t>23</a:t>
            </a:fld>
            <a:endParaRPr lang="en-US"/>
          </a:p>
        </p:txBody>
      </p:sp>
    </p:spTree>
    <p:extLst>
      <p:ext uri="{BB962C8B-B14F-4D97-AF65-F5344CB8AC3E}">
        <p14:creationId xmlns:p14="http://schemas.microsoft.com/office/powerpoint/2010/main" val="2950275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5BD9-957C-7AAB-FEF3-108D2E066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C0DA-41AB-2691-6241-EE645A455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1C4DB-629F-FAEB-43EB-8D85F8C4AB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30246-CE30-000D-33E1-2CBEC5A605DB}"/>
              </a:ext>
            </a:extLst>
          </p:cNvPr>
          <p:cNvSpPr>
            <a:spLocks noGrp="1"/>
          </p:cNvSpPr>
          <p:nvPr>
            <p:ph type="sldNum" sz="quarter" idx="5"/>
          </p:nvPr>
        </p:nvSpPr>
        <p:spPr/>
        <p:txBody>
          <a:bodyPr/>
          <a:lstStyle/>
          <a:p>
            <a:fld id="{CA8A07FB-5108-4849-8556-9CB8ACF50424}" type="slidenum">
              <a:rPr lang="en-US" smtClean="0"/>
              <a:t>24</a:t>
            </a:fld>
            <a:endParaRPr lang="en-US"/>
          </a:p>
        </p:txBody>
      </p:sp>
    </p:spTree>
    <p:extLst>
      <p:ext uri="{BB962C8B-B14F-4D97-AF65-F5344CB8AC3E}">
        <p14:creationId xmlns:p14="http://schemas.microsoft.com/office/powerpoint/2010/main" val="1644260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A748-8926-D4B3-0310-CCC0011FE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95C42-5D6C-4925-23E2-298191CF2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E3BFE-F101-8D2E-0528-BBF588B304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515294-A187-DE99-87E3-C6765AF54DCC}"/>
              </a:ext>
            </a:extLst>
          </p:cNvPr>
          <p:cNvSpPr>
            <a:spLocks noGrp="1"/>
          </p:cNvSpPr>
          <p:nvPr>
            <p:ph type="sldNum" sz="quarter" idx="5"/>
          </p:nvPr>
        </p:nvSpPr>
        <p:spPr/>
        <p:txBody>
          <a:bodyPr/>
          <a:lstStyle/>
          <a:p>
            <a:fld id="{CA8A07FB-5108-4849-8556-9CB8ACF50424}" type="slidenum">
              <a:rPr lang="en-US" smtClean="0"/>
              <a:t>25</a:t>
            </a:fld>
            <a:endParaRPr lang="en-US"/>
          </a:p>
        </p:txBody>
      </p:sp>
    </p:spTree>
    <p:extLst>
      <p:ext uri="{BB962C8B-B14F-4D97-AF65-F5344CB8AC3E}">
        <p14:creationId xmlns:p14="http://schemas.microsoft.com/office/powerpoint/2010/main" val="2392148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88C0D-9B47-97C5-BAFB-756E697FA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C5E8A-B83D-1FFC-6C06-E98330AD3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EDC00-7FA5-827F-327C-EEBF0133B6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D111F9-3210-B2F2-5DEE-2451A3FCF5F1}"/>
              </a:ext>
            </a:extLst>
          </p:cNvPr>
          <p:cNvSpPr>
            <a:spLocks noGrp="1"/>
          </p:cNvSpPr>
          <p:nvPr>
            <p:ph type="sldNum" sz="quarter" idx="5"/>
          </p:nvPr>
        </p:nvSpPr>
        <p:spPr/>
        <p:txBody>
          <a:bodyPr/>
          <a:lstStyle/>
          <a:p>
            <a:fld id="{CA8A07FB-5108-4849-8556-9CB8ACF50424}" type="slidenum">
              <a:rPr lang="en-US" smtClean="0"/>
              <a:t>26</a:t>
            </a:fld>
            <a:endParaRPr lang="en-US"/>
          </a:p>
        </p:txBody>
      </p:sp>
    </p:spTree>
    <p:extLst>
      <p:ext uri="{BB962C8B-B14F-4D97-AF65-F5344CB8AC3E}">
        <p14:creationId xmlns:p14="http://schemas.microsoft.com/office/powerpoint/2010/main" val="2322912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10D1B">
                <a:alpha val="100000"/>
              </a:srgbClr>
            </a:gs>
            <a:gs pos="100000">
              <a:srgbClr val="041E3D">
                <a:alpha val="100000"/>
              </a:srgbClr>
            </a:gs>
          </a:gsLst>
          <a:lin ang="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sv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sv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svg"/><Relationship Id="rId7"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2.svg"/><Relationship Id="rId7" Type="http://schemas.openxmlformats.org/officeDocument/2006/relationships/diagramLayout" Target="../diagrams/layout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Data" Target="../diagrams/data2.xml"/><Relationship Id="rId5" Type="http://schemas.openxmlformats.org/officeDocument/2006/relationships/image" Target="../media/image3.svg"/><Relationship Id="rId10" Type="http://schemas.microsoft.com/office/2007/relationships/diagramDrawing" Target="../diagrams/drawing2.xml"/><Relationship Id="rId4" Type="http://schemas.openxmlformats.org/officeDocument/2006/relationships/image" Target="../media/image1.svg"/><Relationship Id="rId9" Type="http://schemas.openxmlformats.org/officeDocument/2006/relationships/diagramColors" Target="../diagrams/colors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www.kaggle.com/competitions/advanced-ai-for-cybersecurity-intrusion-detection-with-unsw-nb-15/data?select=UNSW_NB15_training-set.parquet" TargetMode="External"/><Relationship Id="rId5" Type="http://schemas.openxmlformats.org/officeDocument/2006/relationships/image" Target="../media/image3.svg"/><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svg"/></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svg"/></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2.svg"/><Relationship Id="rId7" Type="http://schemas.openxmlformats.org/officeDocument/2006/relationships/diagramLayout" Target="../diagrams/layout3.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Data" Target="../diagrams/data3.xml"/><Relationship Id="rId5" Type="http://schemas.openxmlformats.org/officeDocument/2006/relationships/image" Target="../media/image3.svg"/><Relationship Id="rId10" Type="http://schemas.microsoft.com/office/2007/relationships/diagramDrawing" Target="../diagrams/drawing3.xml"/><Relationship Id="rId4" Type="http://schemas.openxmlformats.org/officeDocument/2006/relationships/image" Target="../media/image1.svg"/><Relationship Id="rId9" Type="http://schemas.openxmlformats.org/officeDocument/2006/relationships/diagramColors" Target="../diagrams/colors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svg"/></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3.svg"/><Relationship Id="rId4" Type="http://schemas.openxmlformats.org/officeDocument/2006/relationships/image" Target="../media/image1.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3.svg"/><Relationship Id="rId4" Type="http://schemas.openxmlformats.org/officeDocument/2006/relationships/image" Target="../media/image1.sv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3.svg"/><Relationship Id="rId4" Type="http://schemas.openxmlformats.org/officeDocument/2006/relationships/image" Target="../media/image1.sv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sv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3.svg"/><Relationship Id="rId4" Type="http://schemas.openxmlformats.org/officeDocument/2006/relationships/image" Target="../media/image1.svg"/></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2.svg"/></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2.svg"/><Relationship Id="rId7" Type="http://schemas.openxmlformats.org/officeDocument/2006/relationships/diagramLayout" Target="../diagrams/layout4.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Data" Target="../diagrams/data4.xml"/><Relationship Id="rId5" Type="http://schemas.openxmlformats.org/officeDocument/2006/relationships/image" Target="../media/image3.svg"/><Relationship Id="rId10" Type="http://schemas.microsoft.com/office/2007/relationships/diagramDrawing" Target="../diagrams/drawing4.xml"/><Relationship Id="rId4" Type="http://schemas.openxmlformats.org/officeDocument/2006/relationships/image" Target="../media/image1.svg"/><Relationship Id="rId9" Type="http://schemas.openxmlformats.org/officeDocument/2006/relationships/diagramColors" Target="../diagrams/colors4.xml"/></Relationships>
</file>

<file path=ppt/slides/_rels/slide2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32250" y="7057997"/>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355437" y="1447905"/>
            <a:ext cx="7903863" cy="7903863"/>
          </a:xfrm>
          <a:custGeom>
            <a:avLst/>
            <a:gdLst/>
            <a:ahLst/>
            <a:cxnLst/>
            <a:rect l="l" t="t" r="r" b="b"/>
            <a:pathLst>
              <a:path w="7903863" h="7903863">
                <a:moveTo>
                  <a:pt x="0" y="0"/>
                </a:moveTo>
                <a:lnTo>
                  <a:pt x="7903863" y="0"/>
                </a:lnTo>
                <a:lnTo>
                  <a:pt x="7903863" y="7903863"/>
                </a:lnTo>
                <a:lnTo>
                  <a:pt x="0" y="7903863"/>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4746431" y="-2571032"/>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AutoShape 9"/>
          <p:cNvSpPr/>
          <p:nvPr/>
        </p:nvSpPr>
        <p:spPr>
          <a:xfrm>
            <a:off x="1665241" y="7565881"/>
            <a:ext cx="8249506" cy="0"/>
          </a:xfrm>
          <a:prstGeom prst="line">
            <a:avLst/>
          </a:prstGeom>
          <a:ln w="28575" cap="flat">
            <a:gradFill>
              <a:gsLst>
                <a:gs pos="0">
                  <a:srgbClr val="9B40D1">
                    <a:alpha val="100000"/>
                  </a:srgbClr>
                </a:gs>
                <a:gs pos="100000">
                  <a:srgbClr val="FC35A5">
                    <a:alpha val="100000"/>
                  </a:srgbClr>
                </a:gs>
              </a:gsLst>
              <a:lin ang="2700000"/>
            </a:gradFill>
            <a:prstDash val="solid"/>
            <a:headEnd type="none" w="sm" len="sm"/>
            <a:tailEnd type="none" w="sm" len="sm"/>
          </a:ln>
        </p:spPr>
        <p:txBody>
          <a:bodyPr/>
          <a:lstStyle/>
          <a:p>
            <a:endParaRPr lang="en-US"/>
          </a:p>
        </p:txBody>
      </p:sp>
      <p:grpSp>
        <p:nvGrpSpPr>
          <p:cNvPr id="10" name="Group 10"/>
          <p:cNvGrpSpPr/>
          <p:nvPr/>
        </p:nvGrpSpPr>
        <p:grpSpPr>
          <a:xfrm>
            <a:off x="-1028662" y="1725350"/>
            <a:ext cx="2057324" cy="20573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12" name="TextBox 12"/>
            <p:cNvSpPr txBox="1"/>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3" name="Group 13"/>
          <p:cNvGrpSpPr/>
          <p:nvPr/>
        </p:nvGrpSpPr>
        <p:grpSpPr>
          <a:xfrm>
            <a:off x="17259300" y="7565881"/>
            <a:ext cx="2057324" cy="205732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15" name="TextBox 15"/>
            <p:cNvSpPr txBox="1"/>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6" name="Freeform 16"/>
          <p:cNvSpPr/>
          <p:nvPr/>
        </p:nvSpPr>
        <p:spPr>
          <a:xfrm>
            <a:off x="11354678" y="2294821"/>
            <a:ext cx="4035288" cy="6329864"/>
          </a:xfrm>
          <a:custGeom>
            <a:avLst/>
            <a:gdLst/>
            <a:ahLst/>
            <a:cxnLst/>
            <a:rect l="l" t="t" r="r" b="b"/>
            <a:pathLst>
              <a:path w="4035288" h="6329864">
                <a:moveTo>
                  <a:pt x="0" y="0"/>
                </a:moveTo>
                <a:lnTo>
                  <a:pt x="4035288" y="0"/>
                </a:lnTo>
                <a:lnTo>
                  <a:pt x="4035288" y="6329864"/>
                </a:lnTo>
                <a:lnTo>
                  <a:pt x="0" y="6329864"/>
                </a:lnTo>
                <a:lnTo>
                  <a:pt x="0" y="0"/>
                </a:lnTo>
                <a:close/>
              </a:path>
            </a:pathLst>
          </a:custGeom>
          <a:blipFill>
            <a:blip r:embed="rId5"/>
            <a:stretch>
              <a:fillRect/>
            </a:stretch>
          </a:blipFill>
        </p:spPr>
        <p:txBody>
          <a:bodyPr/>
          <a:lstStyle/>
          <a:p>
            <a:endParaRPr lang="en-US"/>
          </a:p>
        </p:txBody>
      </p:sp>
      <p:sp>
        <p:nvSpPr>
          <p:cNvPr id="17" name="TextBox 17"/>
          <p:cNvSpPr txBox="1"/>
          <p:nvPr/>
        </p:nvSpPr>
        <p:spPr>
          <a:xfrm>
            <a:off x="1665241" y="2856796"/>
            <a:ext cx="9051262" cy="3603294"/>
          </a:xfrm>
          <a:prstGeom prst="rect">
            <a:avLst/>
          </a:prstGeom>
        </p:spPr>
        <p:txBody>
          <a:bodyPr wrap="square" lIns="0" tIns="0" rIns="0" bIns="0" rtlCol="0" anchor="t">
            <a:spAutoFit/>
          </a:bodyPr>
          <a:lstStyle/>
          <a:p>
            <a:pPr marL="0" lvl="0" indent="0" algn="l">
              <a:lnSpc>
                <a:spcPts val="13343"/>
              </a:lnSpc>
            </a:pPr>
            <a:r>
              <a:rPr lang="en-US" sz="16077" b="1" dirty="0">
                <a:solidFill>
                  <a:srgbClr val="E93CB0"/>
                </a:solidFill>
                <a:latin typeface="TT Chocolates Bold"/>
                <a:ea typeface="TT Chocolates Bold"/>
                <a:cs typeface="TT Chocolates Bold"/>
                <a:sym typeface="TT Chocolates Bold"/>
              </a:rPr>
              <a:t>Intrusion Detection</a:t>
            </a:r>
          </a:p>
        </p:txBody>
      </p:sp>
      <p:sp>
        <p:nvSpPr>
          <p:cNvPr id="18" name="TextBox 18"/>
          <p:cNvSpPr txBox="1"/>
          <p:nvPr/>
        </p:nvSpPr>
        <p:spPr>
          <a:xfrm>
            <a:off x="1665240" y="6541947"/>
            <a:ext cx="8545559" cy="596317"/>
          </a:xfrm>
          <a:prstGeom prst="rect">
            <a:avLst/>
          </a:prstGeom>
        </p:spPr>
        <p:txBody>
          <a:bodyPr wrap="square" lIns="0" tIns="0" rIns="0" bIns="0" rtlCol="0" anchor="t">
            <a:spAutoFit/>
          </a:bodyPr>
          <a:lstStyle/>
          <a:p>
            <a:pPr marL="0" lvl="0" indent="0" algn="l">
              <a:lnSpc>
                <a:spcPts val="4150"/>
              </a:lnSpc>
            </a:pPr>
            <a:r>
              <a:rPr lang="en-US" sz="5000" b="1" dirty="0">
                <a:solidFill>
                  <a:srgbClr val="FFFBF7"/>
                </a:solidFill>
                <a:latin typeface="TT Chocolates Bold"/>
                <a:ea typeface="TT Chocolates Bold"/>
                <a:cs typeface="TT Chocolates Bold"/>
                <a:sym typeface="TT Chocolates Bold"/>
              </a:rPr>
              <a:t>Advanced AI For Cybersecurity</a:t>
            </a:r>
          </a:p>
        </p:txBody>
      </p:sp>
      <p:grpSp>
        <p:nvGrpSpPr>
          <p:cNvPr id="29" name="Group 28">
            <a:extLst>
              <a:ext uri="{FF2B5EF4-FFF2-40B4-BE49-F238E27FC236}">
                <a16:creationId xmlns:a16="http://schemas.microsoft.com/office/drawing/2014/main" id="{E267050A-321A-A44F-564C-709F5CCC257B}"/>
              </a:ext>
            </a:extLst>
          </p:cNvPr>
          <p:cNvGrpSpPr/>
          <p:nvPr/>
        </p:nvGrpSpPr>
        <p:grpSpPr>
          <a:xfrm>
            <a:off x="741592" y="609495"/>
            <a:ext cx="16804816" cy="838409"/>
            <a:chOff x="741592" y="609495"/>
            <a:chExt cx="16804816" cy="838409"/>
          </a:xfrm>
        </p:grpSpPr>
        <p:grpSp>
          <p:nvGrpSpPr>
            <p:cNvPr id="5" name="Group 5"/>
            <p:cNvGrpSpPr/>
            <p:nvPr/>
          </p:nvGrpSpPr>
          <p:grpSpPr>
            <a:xfrm>
              <a:off x="741592" y="609495"/>
              <a:ext cx="16804816" cy="838409"/>
              <a:chOff x="0" y="0"/>
              <a:chExt cx="8145755" cy="406400"/>
            </a:xfrm>
          </p:grpSpPr>
          <p:sp>
            <p:nvSpPr>
              <p:cNvPr id="6" name="Freeform 6"/>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a:p>
            </p:txBody>
          </p:sp>
          <p:sp>
            <p:nvSpPr>
              <p:cNvPr id="7" name="TextBox 7"/>
              <p:cNvSpPr txBox="1"/>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19" name="TextBox 19"/>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0" name="TextBox 20"/>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dirty="0">
                  <a:solidFill>
                    <a:srgbClr val="FFFBF7"/>
                  </a:solidFill>
                  <a:latin typeface="TT Chocolates"/>
                  <a:ea typeface="TT Chocolates"/>
                  <a:cs typeface="TT Chocolates"/>
                  <a:sym typeface="TT Chocolates"/>
                </a:rPr>
                <a:t>ABOUT</a:t>
              </a:r>
            </a:p>
          </p:txBody>
        </p:sp>
        <p:sp>
          <p:nvSpPr>
            <p:cNvPr id="21" name="TextBox 21"/>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2" name="TextBox 22"/>
            <p:cNvSpPr txBox="1"/>
            <p:nvPr/>
          </p:nvSpPr>
          <p:spPr>
            <a:xfrm>
              <a:off x="1665240" y="934086"/>
              <a:ext cx="2678159" cy="240450"/>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INTRODUCTION</a:t>
              </a:r>
            </a:p>
          </p:txBody>
        </p:sp>
      </p:grpSp>
      <p:sp>
        <p:nvSpPr>
          <p:cNvPr id="23" name="TextBox 23"/>
          <p:cNvSpPr txBox="1"/>
          <p:nvPr/>
        </p:nvSpPr>
        <p:spPr>
          <a:xfrm>
            <a:off x="1665240" y="7713829"/>
            <a:ext cx="7097759" cy="2262158"/>
          </a:xfrm>
          <a:prstGeom prst="rect">
            <a:avLst/>
          </a:prstGeom>
        </p:spPr>
        <p:txBody>
          <a:bodyPr wrap="square" lIns="0" tIns="0" rIns="0" bIns="0" rtlCol="0" anchor="t">
            <a:spAutoFit/>
          </a:bodyPr>
          <a:lstStyle/>
          <a:p>
            <a:pPr marL="0" lvl="0" indent="0" algn="l">
              <a:lnSpc>
                <a:spcPct val="150000"/>
              </a:lnSpc>
            </a:pPr>
            <a:r>
              <a:rPr lang="en-US" sz="2800" b="1" dirty="0">
                <a:solidFill>
                  <a:srgbClr val="FFFBF7"/>
                </a:solidFill>
                <a:latin typeface="TT Chocolates"/>
                <a:ea typeface="TT Chocolates"/>
                <a:cs typeface="TT Chocolates"/>
                <a:sym typeface="TT Chocolates"/>
              </a:rPr>
              <a:t>Supervisors </a:t>
            </a:r>
          </a:p>
          <a:p>
            <a:pPr lvl="3">
              <a:lnSpc>
                <a:spcPct val="150000"/>
              </a:lnSpc>
            </a:pPr>
            <a:r>
              <a:rPr lang="en-US" sz="2400" dirty="0">
                <a:solidFill>
                  <a:srgbClr val="FFFBF7"/>
                </a:solidFill>
                <a:latin typeface="TT Chocolates"/>
                <a:ea typeface="TT Chocolates"/>
                <a:cs typeface="TT Chocolates"/>
                <a:sym typeface="TT Chocolates"/>
              </a:rPr>
              <a:t>Eng . Reem Hatem</a:t>
            </a:r>
          </a:p>
          <a:p>
            <a:pPr lvl="3">
              <a:lnSpc>
                <a:spcPct val="150000"/>
              </a:lnSpc>
            </a:pPr>
            <a:r>
              <a:rPr lang="en-US" sz="2400" dirty="0">
                <a:solidFill>
                  <a:srgbClr val="FFFBF7"/>
                </a:solidFill>
                <a:latin typeface="TT Chocolates"/>
                <a:ea typeface="TT Chocolates"/>
                <a:cs typeface="TT Chocolates"/>
                <a:sym typeface="TT Chocolates"/>
              </a:rPr>
              <a:t>Eng . Mohammad </a:t>
            </a:r>
            <a:r>
              <a:rPr lang="en-US" sz="2400" dirty="0" err="1">
                <a:solidFill>
                  <a:srgbClr val="FFFBF7"/>
                </a:solidFill>
                <a:latin typeface="TT Chocolates"/>
                <a:ea typeface="TT Chocolates"/>
                <a:cs typeface="TT Chocolates"/>
                <a:sym typeface="TT Chocolates"/>
              </a:rPr>
              <a:t>Hallim</a:t>
            </a:r>
            <a:endParaRPr lang="en-US" sz="2400" dirty="0">
              <a:solidFill>
                <a:srgbClr val="FFFBF7"/>
              </a:solidFill>
              <a:latin typeface="TT Chocolates"/>
              <a:ea typeface="TT Chocolates"/>
              <a:cs typeface="TT Chocolates"/>
              <a:sym typeface="TT Chocolates"/>
            </a:endParaRPr>
          </a:p>
          <a:p>
            <a:pPr lvl="3">
              <a:lnSpc>
                <a:spcPct val="150000"/>
              </a:lnSpc>
            </a:pPr>
            <a:r>
              <a:rPr lang="en-US" sz="2400" dirty="0">
                <a:solidFill>
                  <a:srgbClr val="FFFBF7"/>
                </a:solidFill>
                <a:latin typeface="TT Chocolates"/>
                <a:ea typeface="TT Chocolates"/>
                <a:cs typeface="TT Chocolates"/>
                <a:sym typeface="TT Chocolates"/>
              </a:rPr>
              <a:t>Eng . Hossam Fakher </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17" grpId="0"/>
      <p:bldP spid="18"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2F70132-098A-8A5A-127C-8C186B500C37}"/>
              </a:ext>
            </a:extLst>
          </p:cNvPr>
          <p:cNvSpPr/>
          <p:nvPr/>
        </p:nvSpPr>
        <p:spPr>
          <a:xfrm>
            <a:off x="-2432250" y="7057997"/>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07B55AF1-39D7-E566-3427-F1F1A01FCC45}"/>
              </a:ext>
            </a:extLst>
          </p:cNvPr>
          <p:cNvSpPr/>
          <p:nvPr/>
        </p:nvSpPr>
        <p:spPr>
          <a:xfrm>
            <a:off x="14746431" y="-2571032"/>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3" name="Group 13">
            <a:extLst>
              <a:ext uri="{FF2B5EF4-FFF2-40B4-BE49-F238E27FC236}">
                <a16:creationId xmlns:a16="http://schemas.microsoft.com/office/drawing/2014/main" id="{756CC755-125B-8104-18F6-610AF7BDE576}"/>
              </a:ext>
            </a:extLst>
          </p:cNvPr>
          <p:cNvGrpSpPr/>
          <p:nvPr/>
        </p:nvGrpSpPr>
        <p:grpSpPr>
          <a:xfrm>
            <a:off x="17259300" y="7565881"/>
            <a:ext cx="2057324" cy="2057324"/>
            <a:chOff x="0" y="0"/>
            <a:chExt cx="812800" cy="812800"/>
          </a:xfrm>
        </p:grpSpPr>
        <p:sp>
          <p:nvSpPr>
            <p:cNvPr id="14" name="Freeform 14">
              <a:extLst>
                <a:ext uri="{FF2B5EF4-FFF2-40B4-BE49-F238E27FC236}">
                  <a16:creationId xmlns:a16="http://schemas.microsoft.com/office/drawing/2014/main" id="{33FD03B1-21AD-792D-8601-A4E2532FF39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15" name="TextBox 15">
              <a:extLst>
                <a:ext uri="{FF2B5EF4-FFF2-40B4-BE49-F238E27FC236}">
                  <a16:creationId xmlns:a16="http://schemas.microsoft.com/office/drawing/2014/main" id="{E43626F2-A1D5-DB72-6BEE-081118B70CFB}"/>
                </a:ext>
              </a:extLst>
            </p:cNvPr>
            <p:cNvSpPr txBox="1"/>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5" name="Group 4">
            <a:extLst>
              <a:ext uri="{FF2B5EF4-FFF2-40B4-BE49-F238E27FC236}">
                <a16:creationId xmlns:a16="http://schemas.microsoft.com/office/drawing/2014/main" id="{37B14A26-6BF8-0366-2C44-842BC7CFA6DB}"/>
              </a:ext>
            </a:extLst>
          </p:cNvPr>
          <p:cNvGrpSpPr/>
          <p:nvPr/>
        </p:nvGrpSpPr>
        <p:grpSpPr>
          <a:xfrm>
            <a:off x="741592" y="609495"/>
            <a:ext cx="16804816" cy="838409"/>
            <a:chOff x="741592" y="609495"/>
            <a:chExt cx="16804816" cy="838409"/>
          </a:xfrm>
        </p:grpSpPr>
        <p:grpSp>
          <p:nvGrpSpPr>
            <p:cNvPr id="6" name="Group 5">
              <a:extLst>
                <a:ext uri="{FF2B5EF4-FFF2-40B4-BE49-F238E27FC236}">
                  <a16:creationId xmlns:a16="http://schemas.microsoft.com/office/drawing/2014/main" id="{5FCCA99C-0D3E-ED99-02DD-E0765C76C270}"/>
                </a:ext>
              </a:extLst>
            </p:cNvPr>
            <p:cNvGrpSpPr/>
            <p:nvPr/>
          </p:nvGrpSpPr>
          <p:grpSpPr>
            <a:xfrm>
              <a:off x="741592" y="609495"/>
              <a:ext cx="16804816" cy="838409"/>
              <a:chOff x="0" y="0"/>
              <a:chExt cx="8145755" cy="406400"/>
            </a:xfrm>
          </p:grpSpPr>
          <p:sp>
            <p:nvSpPr>
              <p:cNvPr id="11" name="Freeform 6">
                <a:extLst>
                  <a:ext uri="{FF2B5EF4-FFF2-40B4-BE49-F238E27FC236}">
                    <a16:creationId xmlns:a16="http://schemas.microsoft.com/office/drawing/2014/main" id="{530E4479-1378-B9AE-2343-BCE2BCD025A2}"/>
                  </a:ext>
                </a:extLst>
              </p:cNvPr>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a:p>
            </p:txBody>
          </p:sp>
          <p:sp>
            <p:nvSpPr>
              <p:cNvPr id="12" name="TextBox 7">
                <a:extLst>
                  <a:ext uri="{FF2B5EF4-FFF2-40B4-BE49-F238E27FC236}">
                    <a16:creationId xmlns:a16="http://schemas.microsoft.com/office/drawing/2014/main" id="{55502455-0A28-E2EF-122B-39951C8DCFFD}"/>
                  </a:ext>
                </a:extLst>
              </p:cNvPr>
              <p:cNvSpPr txBox="1"/>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7" name="TextBox 19">
              <a:extLst>
                <a:ext uri="{FF2B5EF4-FFF2-40B4-BE49-F238E27FC236}">
                  <a16:creationId xmlns:a16="http://schemas.microsoft.com/office/drawing/2014/main" id="{12EF4F47-F3AC-DA29-A523-2935EB83C6BF}"/>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8" name="TextBox 20">
              <a:extLst>
                <a:ext uri="{FF2B5EF4-FFF2-40B4-BE49-F238E27FC236}">
                  <a16:creationId xmlns:a16="http://schemas.microsoft.com/office/drawing/2014/main" id="{728CAC92-12A6-E238-DDF9-054AD9ACD8BA}"/>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dirty="0">
                  <a:solidFill>
                    <a:srgbClr val="FFFBF7"/>
                  </a:solidFill>
                  <a:latin typeface="TT Chocolates"/>
                  <a:ea typeface="TT Chocolates"/>
                  <a:cs typeface="TT Chocolates"/>
                  <a:sym typeface="TT Chocolates"/>
                </a:rPr>
                <a:t>ABOUT</a:t>
              </a:r>
            </a:p>
          </p:txBody>
        </p:sp>
        <p:sp>
          <p:nvSpPr>
            <p:cNvPr id="9" name="TextBox 21">
              <a:extLst>
                <a:ext uri="{FF2B5EF4-FFF2-40B4-BE49-F238E27FC236}">
                  <a16:creationId xmlns:a16="http://schemas.microsoft.com/office/drawing/2014/main" id="{62719633-7682-6A06-102B-10464D6195EC}"/>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10" name="TextBox 22">
              <a:extLst>
                <a:ext uri="{FF2B5EF4-FFF2-40B4-BE49-F238E27FC236}">
                  <a16:creationId xmlns:a16="http://schemas.microsoft.com/office/drawing/2014/main" id="{8BEEE777-B93C-2734-CB67-C313BCAC68D8}"/>
                </a:ext>
              </a:extLst>
            </p:cNvPr>
            <p:cNvSpPr txBox="1"/>
            <p:nvPr/>
          </p:nvSpPr>
          <p:spPr>
            <a:xfrm>
              <a:off x="1665240" y="934086"/>
              <a:ext cx="2678159" cy="240450"/>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INTRODUCTION</a:t>
              </a:r>
            </a:p>
          </p:txBody>
        </p:sp>
      </p:grpSp>
      <p:sp>
        <p:nvSpPr>
          <p:cNvPr id="34" name="TextBox 30">
            <a:extLst>
              <a:ext uri="{FF2B5EF4-FFF2-40B4-BE49-F238E27FC236}">
                <a16:creationId xmlns:a16="http://schemas.microsoft.com/office/drawing/2014/main" id="{D148DA07-A73E-D61B-7260-7809998113CC}"/>
              </a:ext>
            </a:extLst>
          </p:cNvPr>
          <p:cNvSpPr txBox="1"/>
          <p:nvPr/>
        </p:nvSpPr>
        <p:spPr>
          <a:xfrm>
            <a:off x="4572001" y="2753134"/>
            <a:ext cx="9143998" cy="942566"/>
          </a:xfrm>
          <a:prstGeom prst="rect">
            <a:avLst/>
          </a:prstGeom>
        </p:spPr>
        <p:txBody>
          <a:bodyPr wrap="square" lIns="0" tIns="0" rIns="0" bIns="0" rtlCol="0" anchor="t">
            <a:spAutoFit/>
          </a:bodyPr>
          <a:lstStyle/>
          <a:p>
            <a:pPr marL="0" lvl="0" indent="0" algn="ctr">
              <a:lnSpc>
                <a:spcPts val="6640"/>
              </a:lnSpc>
            </a:pPr>
            <a:r>
              <a:rPr lang="en-US" sz="8000" b="1" dirty="0">
                <a:solidFill>
                  <a:srgbClr val="E93CB0"/>
                </a:solidFill>
                <a:latin typeface="TT Chocolates Bold"/>
                <a:ea typeface="TT Chocolates Bold"/>
                <a:cs typeface="TT Chocolates Bold"/>
                <a:sym typeface="TT Chocolates Bold"/>
              </a:rPr>
              <a:t>TEAM MEMBERS</a:t>
            </a:r>
          </a:p>
        </p:txBody>
      </p:sp>
      <p:graphicFrame>
        <p:nvGraphicFramePr>
          <p:cNvPr id="2" name="Diagram 1">
            <a:extLst>
              <a:ext uri="{FF2B5EF4-FFF2-40B4-BE49-F238E27FC236}">
                <a16:creationId xmlns:a16="http://schemas.microsoft.com/office/drawing/2014/main" id="{D35FB3A7-4720-16E5-9578-460FB8A2966C}"/>
              </a:ext>
            </a:extLst>
          </p:cNvPr>
          <p:cNvGraphicFramePr/>
          <p:nvPr>
            <p:extLst>
              <p:ext uri="{D42A27DB-BD31-4B8C-83A1-F6EECF244321}">
                <p14:modId xmlns:p14="http://schemas.microsoft.com/office/powerpoint/2010/main" val="2638984104"/>
              </p:ext>
            </p:extLst>
          </p:nvPr>
        </p:nvGraphicFramePr>
        <p:xfrm>
          <a:off x="741592" y="3268577"/>
          <a:ext cx="16804816" cy="64617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4683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Graphic spid="2"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75EC293-0861-B5C2-C4CB-459D252806E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13157" y="-38100"/>
            <a:ext cx="18514314" cy="10325100"/>
          </a:xfrm>
          <a:prstGeom prst="rect">
            <a:avLst/>
          </a:prstGeom>
        </p:spPr>
      </p:pic>
      <p:sp>
        <p:nvSpPr>
          <p:cNvPr id="21" name="Freeform 4">
            <a:extLst>
              <a:ext uri="{FF2B5EF4-FFF2-40B4-BE49-F238E27FC236}">
                <a16:creationId xmlns:a16="http://schemas.microsoft.com/office/drawing/2014/main" id="{74C2D236-09CD-2973-87F9-3254BB5DBCF1}"/>
              </a:ext>
            </a:extLst>
          </p:cNvPr>
          <p:cNvSpPr>
            <a:spLocks noGrp="1" noRot="1" noMove="1" noResize="1" noEditPoints="1" noAdjustHandles="1" noChangeArrowheads="1" noChangeShapeType="1"/>
          </p:cNvSpPr>
          <p:nvPr/>
        </p:nvSpPr>
        <p:spPr>
          <a:xfrm>
            <a:off x="-4419600" y="7386982"/>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3" name="Freeform 4">
            <a:extLst>
              <a:ext uri="{FF2B5EF4-FFF2-40B4-BE49-F238E27FC236}">
                <a16:creationId xmlns:a16="http://schemas.microsoft.com/office/drawing/2014/main" id="{4E21489D-D996-0544-4C53-3901DD36BD96}"/>
              </a:ext>
            </a:extLst>
          </p:cNvPr>
          <p:cNvSpPr>
            <a:spLocks noGrp="1" noRot="1" noMove="1" noResize="1" noEditPoints="1" noAdjustHandles="1" noChangeArrowheads="1" noChangeShapeType="1"/>
          </p:cNvSpPr>
          <p:nvPr/>
        </p:nvSpPr>
        <p:spPr>
          <a:xfrm>
            <a:off x="17526000" y="3029336"/>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7" name="TextBox 26">
            <a:extLst>
              <a:ext uri="{FF2B5EF4-FFF2-40B4-BE49-F238E27FC236}">
                <a16:creationId xmlns:a16="http://schemas.microsoft.com/office/drawing/2014/main" id="{BCCF704D-F146-D03C-18EF-F569A44E9A36}"/>
              </a:ext>
            </a:extLst>
          </p:cNvPr>
          <p:cNvSpPr txBox="1">
            <a:spLocks noGrp="1" noRot="1" noMove="1" noResize="1" noEditPoints="1" noAdjustHandles="1" noChangeArrowheads="1" noChangeShapeType="1"/>
          </p:cNvSpPr>
          <p:nvPr/>
        </p:nvSpPr>
        <p:spPr>
          <a:xfrm>
            <a:off x="8308079" y="8039100"/>
            <a:ext cx="2057400" cy="11695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Companies </a:t>
            </a:r>
            <a:endParaRPr lang="ar-EG" sz="2000" dirty="0"/>
          </a:p>
          <a:p>
            <a:pPr marL="285750" indent="-285750">
              <a:buFont typeface="Arial" panose="020B0604020202020204" pitchFamily="34" charset="0"/>
              <a:buChar char="•"/>
            </a:pPr>
            <a:r>
              <a:rPr lang="en-US" sz="2000" dirty="0"/>
              <a:t>Government institutions</a:t>
            </a:r>
          </a:p>
        </p:txBody>
      </p:sp>
      <p:sp>
        <p:nvSpPr>
          <p:cNvPr id="29" name="TextBox 28">
            <a:extLst>
              <a:ext uri="{FF2B5EF4-FFF2-40B4-BE49-F238E27FC236}">
                <a16:creationId xmlns:a16="http://schemas.microsoft.com/office/drawing/2014/main" id="{AD67AB8C-E335-7024-E527-AE18F1361523}"/>
              </a:ext>
            </a:extLst>
          </p:cNvPr>
          <p:cNvSpPr txBox="1">
            <a:spLocks noGrp="1" noRot="1" noMove="1" noResize="1" noEditPoints="1" noAdjustHandles="1" noChangeArrowheads="1" noChangeShapeType="1"/>
          </p:cNvSpPr>
          <p:nvPr/>
        </p:nvSpPr>
        <p:spPr>
          <a:xfrm>
            <a:off x="8308079" y="6286500"/>
            <a:ext cx="2286000" cy="9679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Social Media Ads</a:t>
            </a:r>
            <a:endParaRPr lang="ar-EG" sz="2000" dirty="0"/>
          </a:p>
          <a:p>
            <a:pPr marL="285750" indent="-285750">
              <a:lnSpc>
                <a:spcPct val="150000"/>
              </a:lnSpc>
              <a:buFont typeface="Arial" panose="020B0604020202020204" pitchFamily="34" charset="0"/>
              <a:buChar char="•"/>
            </a:pPr>
            <a:r>
              <a:rPr lang="en-US" sz="2000" dirty="0"/>
              <a:t>Banners</a:t>
            </a:r>
          </a:p>
        </p:txBody>
      </p:sp>
      <p:sp>
        <p:nvSpPr>
          <p:cNvPr id="31" name="TextBox 30">
            <a:extLst>
              <a:ext uri="{FF2B5EF4-FFF2-40B4-BE49-F238E27FC236}">
                <a16:creationId xmlns:a16="http://schemas.microsoft.com/office/drawing/2014/main" id="{1AE0B44B-1121-393F-AAE6-AB9C650166E3}"/>
              </a:ext>
            </a:extLst>
          </p:cNvPr>
          <p:cNvSpPr txBox="1">
            <a:spLocks noGrp="1" noRot="1" noMove="1" noResize="1" noEditPoints="1" noAdjustHandles="1" noChangeArrowheads="1" noChangeShapeType="1"/>
          </p:cNvSpPr>
          <p:nvPr/>
        </p:nvSpPr>
        <p:spPr>
          <a:xfrm>
            <a:off x="11430000" y="6648318"/>
            <a:ext cx="4336662" cy="1429622"/>
          </a:xfrm>
          <a:prstGeom prst="rect">
            <a:avLst/>
          </a:prstGeom>
          <a:noFill/>
        </p:spPr>
        <p:txBody>
          <a:bodyPr wrap="square" rtlCol="0">
            <a:spAutoFit/>
          </a:bodyPr>
          <a:lstStyle/>
          <a:p>
            <a:pPr marL="342900" indent="-342900">
              <a:lnSpc>
                <a:spcPct val="150000"/>
              </a:lnSpc>
              <a:buFont typeface="Wingdings" panose="05000000000000000000" pitchFamily="2" charset="2"/>
              <a:buChar char="v"/>
            </a:pPr>
            <a:r>
              <a:rPr lang="en-US" sz="2000" dirty="0"/>
              <a:t>subscription to:</a:t>
            </a:r>
          </a:p>
          <a:p>
            <a:pPr marL="800100" lvl="1" indent="-342900">
              <a:lnSpc>
                <a:spcPct val="150000"/>
              </a:lnSpc>
              <a:buFont typeface="Arial" panose="020B0604020202020204" pitchFamily="34" charset="0"/>
              <a:buChar char="•"/>
            </a:pPr>
            <a:r>
              <a:rPr lang="en-US" sz="2000" dirty="0" err="1"/>
              <a:t>Colab</a:t>
            </a:r>
            <a:endParaRPr lang="en-US" sz="2000" dirty="0"/>
          </a:p>
          <a:p>
            <a:pPr marL="800100" lvl="1" indent="-342900">
              <a:lnSpc>
                <a:spcPct val="150000"/>
              </a:lnSpc>
              <a:buFont typeface="Arial" panose="020B0604020202020204" pitchFamily="34" charset="0"/>
              <a:buChar char="•"/>
            </a:pPr>
            <a:r>
              <a:rPr lang="en-US" sz="2000" dirty="0"/>
              <a:t>Servers (to host our model)</a:t>
            </a:r>
          </a:p>
        </p:txBody>
      </p:sp>
      <p:sp>
        <p:nvSpPr>
          <p:cNvPr id="33" name="TextBox 32">
            <a:extLst>
              <a:ext uri="{FF2B5EF4-FFF2-40B4-BE49-F238E27FC236}">
                <a16:creationId xmlns:a16="http://schemas.microsoft.com/office/drawing/2014/main" id="{CCF23E2F-37AE-4A97-5CAB-137A2011F865}"/>
              </a:ext>
            </a:extLst>
          </p:cNvPr>
          <p:cNvSpPr txBox="1">
            <a:spLocks noGrp="1" noRot="1" noMove="1" noResize="1" noEditPoints="1" noAdjustHandles="1" noChangeArrowheads="1" noChangeShapeType="1"/>
          </p:cNvSpPr>
          <p:nvPr/>
        </p:nvSpPr>
        <p:spPr>
          <a:xfrm>
            <a:off x="11517782" y="1899840"/>
            <a:ext cx="2274418" cy="327628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err="1"/>
              <a:t>Colab</a:t>
            </a:r>
            <a:r>
              <a:rPr lang="en-US" sz="2000" dirty="0"/>
              <a:t> &amp; Kaggle</a:t>
            </a:r>
          </a:p>
          <a:p>
            <a:pPr marL="285750" indent="-285750">
              <a:lnSpc>
                <a:spcPct val="150000"/>
              </a:lnSpc>
              <a:buFont typeface="Arial" panose="020B0604020202020204" pitchFamily="34" charset="0"/>
              <a:buChar char="•"/>
            </a:pPr>
            <a:r>
              <a:rPr lang="en-US" sz="2000" dirty="0" err="1"/>
              <a:t>Github</a:t>
            </a:r>
            <a:endParaRPr lang="ar-EG" sz="2000" dirty="0"/>
          </a:p>
          <a:p>
            <a:pPr marL="285750" indent="-285750">
              <a:lnSpc>
                <a:spcPct val="150000"/>
              </a:lnSpc>
              <a:buFont typeface="Arial" panose="020B0604020202020204" pitchFamily="34" charset="0"/>
              <a:buChar char="•"/>
            </a:pPr>
            <a:r>
              <a:rPr lang="en-US" sz="2000" dirty="0"/>
              <a:t>The Australian Centre for Cyber Security (ACCS) </a:t>
            </a:r>
            <a:endParaRPr lang="ar-EG" sz="2000" dirty="0"/>
          </a:p>
          <a:p>
            <a:pPr marL="285750" indent="-285750">
              <a:lnSpc>
                <a:spcPct val="150000"/>
              </a:lnSpc>
              <a:buFont typeface="Arial" panose="020B0604020202020204" pitchFamily="34" charset="0"/>
              <a:buChar char="•"/>
            </a:pPr>
            <a:r>
              <a:rPr lang="en-US" sz="2000" dirty="0"/>
              <a:t>Cloud </a:t>
            </a:r>
          </a:p>
          <a:p>
            <a:pPr marL="285750" indent="-285750">
              <a:lnSpc>
                <a:spcPct val="150000"/>
              </a:lnSpc>
              <a:buFont typeface="Arial" panose="020B0604020202020204" pitchFamily="34" charset="0"/>
              <a:buChar char="•"/>
            </a:pPr>
            <a:r>
              <a:rPr lang="en-US" sz="2000" dirty="0"/>
              <a:t>GPU Providers</a:t>
            </a:r>
          </a:p>
        </p:txBody>
      </p:sp>
      <p:sp>
        <p:nvSpPr>
          <p:cNvPr id="35" name="TextBox 34">
            <a:extLst>
              <a:ext uri="{FF2B5EF4-FFF2-40B4-BE49-F238E27FC236}">
                <a16:creationId xmlns:a16="http://schemas.microsoft.com/office/drawing/2014/main" id="{F137E1FB-54E2-2162-F899-B8518AFBBEEF}"/>
              </a:ext>
            </a:extLst>
          </p:cNvPr>
          <p:cNvSpPr txBox="1">
            <a:spLocks noGrp="1" noRot="1" noMove="1" noResize="1" noEditPoints="1" noAdjustHandles="1" noChangeArrowheads="1" noChangeShapeType="1"/>
          </p:cNvSpPr>
          <p:nvPr/>
        </p:nvSpPr>
        <p:spPr>
          <a:xfrm>
            <a:off x="14585562" y="1924436"/>
            <a:ext cx="2362200" cy="281461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Data Preprocessing</a:t>
            </a:r>
          </a:p>
          <a:p>
            <a:pPr marL="285750" indent="-285750">
              <a:lnSpc>
                <a:spcPct val="150000"/>
              </a:lnSpc>
              <a:buFont typeface="Arial" panose="020B0604020202020204" pitchFamily="34" charset="0"/>
              <a:buChar char="•"/>
            </a:pPr>
            <a:r>
              <a:rPr lang="en-US" sz="2000" dirty="0"/>
              <a:t>Feature Engineering</a:t>
            </a:r>
          </a:p>
          <a:p>
            <a:pPr marL="285750" indent="-285750">
              <a:lnSpc>
                <a:spcPct val="150000"/>
              </a:lnSpc>
              <a:buFont typeface="Arial" panose="020B0604020202020204" pitchFamily="34" charset="0"/>
              <a:buChar char="•"/>
            </a:pPr>
            <a:r>
              <a:rPr lang="en-US" sz="2000" dirty="0"/>
              <a:t>Model Training</a:t>
            </a:r>
          </a:p>
          <a:p>
            <a:pPr marL="285750" indent="-285750">
              <a:lnSpc>
                <a:spcPct val="150000"/>
              </a:lnSpc>
              <a:buFont typeface="Arial" panose="020B0604020202020204" pitchFamily="34" charset="0"/>
              <a:buChar char="•"/>
            </a:pPr>
            <a:r>
              <a:rPr lang="en-US" sz="2000" dirty="0"/>
              <a:t>Model Evaluation</a:t>
            </a:r>
          </a:p>
        </p:txBody>
      </p:sp>
      <p:sp>
        <p:nvSpPr>
          <p:cNvPr id="37" name="TextBox 36">
            <a:extLst>
              <a:ext uri="{FF2B5EF4-FFF2-40B4-BE49-F238E27FC236}">
                <a16:creationId xmlns:a16="http://schemas.microsoft.com/office/drawing/2014/main" id="{1D616D28-EC18-4E7F-D082-D422CA37B16E}"/>
              </a:ext>
            </a:extLst>
          </p:cNvPr>
          <p:cNvSpPr txBox="1">
            <a:spLocks noGrp="1" noRot="1" noMove="1" noResize="1" noEditPoints="1" noAdjustHandles="1" noChangeArrowheads="1" noChangeShapeType="1"/>
          </p:cNvSpPr>
          <p:nvPr/>
        </p:nvSpPr>
        <p:spPr>
          <a:xfrm>
            <a:off x="8153401" y="3144817"/>
            <a:ext cx="2286000" cy="1891287"/>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sz="2000" dirty="0"/>
              <a:t>UNSW-NB15 datasets </a:t>
            </a:r>
          </a:p>
          <a:p>
            <a:pPr marL="285750" lvl="0" indent="-285750">
              <a:lnSpc>
                <a:spcPct val="150000"/>
              </a:lnSpc>
              <a:buFont typeface="Arial" panose="020B0604020202020204" pitchFamily="34" charset="0"/>
              <a:buChar char="•"/>
            </a:pPr>
            <a:r>
              <a:rPr lang="en-US" sz="2000" dirty="0"/>
              <a:t>GPUs , CPUs</a:t>
            </a:r>
          </a:p>
          <a:p>
            <a:pPr marL="285750" lvl="0" indent="-285750">
              <a:lnSpc>
                <a:spcPct val="150000"/>
              </a:lnSpc>
              <a:buFont typeface="Arial" panose="020B0604020202020204" pitchFamily="34" charset="0"/>
              <a:buChar char="•"/>
            </a:pPr>
            <a:r>
              <a:rPr lang="en-US" sz="2000" dirty="0"/>
              <a:t>(Kaggle , </a:t>
            </a:r>
            <a:r>
              <a:rPr lang="en-US" sz="2000" dirty="0" err="1"/>
              <a:t>Colab</a:t>
            </a:r>
            <a:r>
              <a:rPr lang="en-US" sz="2000" dirty="0"/>
              <a:t>)</a:t>
            </a:r>
          </a:p>
        </p:txBody>
      </p:sp>
      <p:sp>
        <p:nvSpPr>
          <p:cNvPr id="39" name="TextBox 38">
            <a:extLst>
              <a:ext uri="{FF2B5EF4-FFF2-40B4-BE49-F238E27FC236}">
                <a16:creationId xmlns:a16="http://schemas.microsoft.com/office/drawing/2014/main" id="{35CD3918-E5CC-8887-9E4E-20ABAB3BCA7C}"/>
              </a:ext>
            </a:extLst>
          </p:cNvPr>
          <p:cNvSpPr txBox="1">
            <a:spLocks noGrp="1" noRot="1" noMove="1" noResize="1" noEditPoints="1" noAdjustHandles="1" noChangeArrowheads="1" noChangeShapeType="1"/>
          </p:cNvSpPr>
          <p:nvPr/>
        </p:nvSpPr>
        <p:spPr>
          <a:xfrm>
            <a:off x="4572001" y="3009900"/>
            <a:ext cx="2895599" cy="235096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2000" dirty="0"/>
              <a:t>High-accuracy network intrusion detection </a:t>
            </a:r>
            <a:endParaRPr lang="ar-EG" sz="2000" dirty="0"/>
          </a:p>
          <a:p>
            <a:pPr marL="342900" lvl="0" indent="-342900">
              <a:lnSpc>
                <a:spcPct val="150000"/>
              </a:lnSpc>
              <a:buFont typeface="Arial" panose="020B0604020202020204" pitchFamily="34" charset="0"/>
              <a:buChar char="•"/>
            </a:pPr>
            <a:r>
              <a:rPr lang="en-US" sz="2000" dirty="0"/>
              <a:t>Early identification and categorization of cyber threats </a:t>
            </a:r>
            <a:endParaRPr lang="ar-EG" sz="2000" dirty="0"/>
          </a:p>
        </p:txBody>
      </p:sp>
      <p:sp>
        <p:nvSpPr>
          <p:cNvPr id="41" name="TextBox 40">
            <a:extLst>
              <a:ext uri="{FF2B5EF4-FFF2-40B4-BE49-F238E27FC236}">
                <a16:creationId xmlns:a16="http://schemas.microsoft.com/office/drawing/2014/main" id="{7E180747-92EF-3F44-4A62-581A86FFA2E7}"/>
              </a:ext>
            </a:extLst>
          </p:cNvPr>
          <p:cNvSpPr txBox="1">
            <a:spLocks noGrp="1" noRot="1" noMove="1" noResize="1" noEditPoints="1" noAdjustHandles="1" noChangeArrowheads="1" noChangeShapeType="1"/>
          </p:cNvSpPr>
          <p:nvPr/>
        </p:nvSpPr>
        <p:spPr>
          <a:xfrm>
            <a:off x="1319920" y="3086100"/>
            <a:ext cx="2718680" cy="2352952"/>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2000" dirty="0"/>
              <a:t>Continuous model updates.</a:t>
            </a:r>
          </a:p>
          <a:p>
            <a:pPr marL="342900" lvl="0" indent="-342900">
              <a:lnSpc>
                <a:spcPct val="150000"/>
              </a:lnSpc>
              <a:buFont typeface="Arial" panose="020B0604020202020204" pitchFamily="34" charset="0"/>
              <a:buChar char="•"/>
            </a:pPr>
            <a:r>
              <a:rPr lang="en-US" sz="2000" dirty="0"/>
              <a:t>Providing technical documentation, and user guides.</a:t>
            </a:r>
          </a:p>
        </p:txBody>
      </p:sp>
      <p:sp>
        <p:nvSpPr>
          <p:cNvPr id="43" name="TextBox 42">
            <a:extLst>
              <a:ext uri="{FF2B5EF4-FFF2-40B4-BE49-F238E27FC236}">
                <a16:creationId xmlns:a16="http://schemas.microsoft.com/office/drawing/2014/main" id="{63C4C3B9-FB02-F433-2143-823D9A730348}"/>
              </a:ext>
            </a:extLst>
          </p:cNvPr>
          <p:cNvSpPr txBox="1">
            <a:spLocks noGrp="1" noRot="1" noMove="1" noResize="1" noEditPoints="1" noAdjustHandles="1" noChangeArrowheads="1" noChangeShapeType="1"/>
          </p:cNvSpPr>
          <p:nvPr/>
        </p:nvSpPr>
        <p:spPr>
          <a:xfrm>
            <a:off x="1606939" y="6531299"/>
            <a:ext cx="5220582" cy="1891287"/>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sz="2000" dirty="0"/>
              <a:t>Enterprise SaaS subscription or API-based licensing for network monitoring tools.</a:t>
            </a:r>
          </a:p>
          <a:p>
            <a:pPr marL="285750" lvl="0" indent="-285750">
              <a:lnSpc>
                <a:spcPct val="150000"/>
              </a:lnSpc>
              <a:buFont typeface="Arial" panose="020B0604020202020204" pitchFamily="34" charset="0"/>
              <a:buChar char="•"/>
            </a:pPr>
            <a:r>
              <a:rPr lang="en-US" sz="2000" dirty="0"/>
              <a:t>Paid custom consulting and integration services for corporate networks.</a:t>
            </a:r>
          </a:p>
        </p:txBody>
      </p:sp>
      <p:sp>
        <p:nvSpPr>
          <p:cNvPr id="3" name="Freeform 3">
            <a:extLst>
              <a:ext uri="{FF2B5EF4-FFF2-40B4-BE49-F238E27FC236}">
                <a16:creationId xmlns:a16="http://schemas.microsoft.com/office/drawing/2014/main" id="{3FA3A961-456B-9E92-7A38-9D2CB53357A5}"/>
              </a:ext>
            </a:extLst>
          </p:cNvPr>
          <p:cNvSpPr/>
          <p:nvPr/>
        </p:nvSpPr>
        <p:spPr>
          <a:xfrm>
            <a:off x="16306800" y="-2781300"/>
            <a:ext cx="5184837" cy="4477212"/>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1020614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178E0CF3-49ED-67E4-CF23-60085D447766}"/>
              </a:ext>
            </a:extLst>
          </p:cNvPr>
          <p:cNvSpPr txBox="1"/>
          <p:nvPr/>
        </p:nvSpPr>
        <p:spPr>
          <a:xfrm>
            <a:off x="7478719" y="4605051"/>
            <a:ext cx="8607948" cy="1986249"/>
          </a:xfrm>
          <a:prstGeom prst="rect">
            <a:avLst/>
          </a:prstGeom>
          <a:noFill/>
        </p:spPr>
        <p:txBody>
          <a:bodyPr wrap="square">
            <a:spAutoFit/>
          </a:bodyPr>
          <a:lstStyle/>
          <a:p>
            <a:pPr>
              <a:lnSpc>
                <a:spcPts val="4980"/>
              </a:lnSpc>
              <a:buNone/>
            </a:pPr>
            <a:r>
              <a:rPr lang="en-US" sz="3600" dirty="0">
                <a:solidFill>
                  <a:srgbClr val="FFFBF7"/>
                </a:solidFill>
                <a:latin typeface="TT Chocolates"/>
              </a:rPr>
              <a:t>Cyber attacks threaten network security through breaches like malware and service disruptions.</a:t>
            </a:r>
            <a:endParaRPr lang="ar-EG" sz="3600" dirty="0">
              <a:solidFill>
                <a:srgbClr val="FFFBF7"/>
              </a:solidFill>
              <a:latin typeface="TT Chocolates"/>
            </a:endParaRPr>
          </a:p>
        </p:txBody>
      </p:sp>
      <p:sp>
        <p:nvSpPr>
          <p:cNvPr id="21" name="TextBox 24">
            <a:extLst>
              <a:ext uri="{FF2B5EF4-FFF2-40B4-BE49-F238E27FC236}">
                <a16:creationId xmlns:a16="http://schemas.microsoft.com/office/drawing/2014/main" id="{0DA9E8CB-5F47-16AC-09D6-EFA79A10C1C8}"/>
              </a:ext>
            </a:extLst>
          </p:cNvPr>
          <p:cNvSpPr txBox="1"/>
          <p:nvPr/>
        </p:nvSpPr>
        <p:spPr>
          <a:xfrm>
            <a:off x="10134600" y="3164141"/>
            <a:ext cx="6679379" cy="947421"/>
          </a:xfrm>
          <a:prstGeom prst="rect">
            <a:avLst/>
          </a:prstGeom>
        </p:spPr>
        <p:txBody>
          <a:bodyPr lIns="0" tIns="0" rIns="0" bIns="0" rtlCol="0" anchor="t">
            <a:spAutoFit/>
          </a:bodyPr>
          <a:lstStyle/>
          <a:p>
            <a:pPr marL="0" lvl="0" indent="0" algn="l">
              <a:lnSpc>
                <a:spcPts val="6640"/>
              </a:lnSpc>
            </a:pPr>
            <a:r>
              <a:rPr lang="en-US" sz="8000" b="1" dirty="0">
                <a:solidFill>
                  <a:srgbClr val="E93CB0"/>
                </a:solidFill>
                <a:latin typeface="TT Chocolates Bold"/>
                <a:ea typeface="TT Chocolates Bold"/>
                <a:cs typeface="TT Chocolates Bold"/>
                <a:sym typeface="TT Chocolates Bold"/>
              </a:rPr>
              <a:t>Problem ?</a:t>
            </a:r>
          </a:p>
        </p:txBody>
      </p:sp>
      <p:sp>
        <p:nvSpPr>
          <p:cNvPr id="23" name="TextBox 25">
            <a:extLst>
              <a:ext uri="{FF2B5EF4-FFF2-40B4-BE49-F238E27FC236}">
                <a16:creationId xmlns:a16="http://schemas.microsoft.com/office/drawing/2014/main" id="{7B0C630D-ECE8-3960-CDE1-8E54301C12DE}"/>
              </a:ext>
            </a:extLst>
          </p:cNvPr>
          <p:cNvSpPr txBox="1"/>
          <p:nvPr/>
        </p:nvSpPr>
        <p:spPr>
          <a:xfrm>
            <a:off x="7478719" y="3319479"/>
            <a:ext cx="3050049" cy="710565"/>
          </a:xfrm>
          <a:prstGeom prst="rect">
            <a:avLst/>
          </a:prstGeom>
        </p:spPr>
        <p:txBody>
          <a:bodyPr lIns="0" tIns="0" rIns="0" bIns="0" rtlCol="0" anchor="t">
            <a:spAutoFit/>
          </a:bodyPr>
          <a:lstStyle/>
          <a:p>
            <a:pPr marL="0" lvl="0" indent="0" algn="l">
              <a:lnSpc>
                <a:spcPts val="4980"/>
              </a:lnSpc>
            </a:pPr>
            <a:r>
              <a:rPr lang="en-US" sz="6000" b="1" dirty="0">
                <a:solidFill>
                  <a:srgbClr val="FFFBF7"/>
                </a:solidFill>
                <a:latin typeface="TT Chocolates"/>
                <a:ea typeface="TT Chocolates"/>
                <a:cs typeface="TT Chocolates"/>
                <a:sym typeface="TT Chocolates"/>
              </a:rPr>
              <a:t>What is</a:t>
            </a:r>
          </a:p>
        </p:txBody>
      </p:sp>
      <p:grpSp>
        <p:nvGrpSpPr>
          <p:cNvPr id="2" name="Group 10">
            <a:extLst>
              <a:ext uri="{FF2B5EF4-FFF2-40B4-BE49-F238E27FC236}">
                <a16:creationId xmlns:a16="http://schemas.microsoft.com/office/drawing/2014/main" id="{107E96C8-C0AE-EF68-0BC2-9A523BBC4A3E}"/>
              </a:ext>
            </a:extLst>
          </p:cNvPr>
          <p:cNvGrpSpPr>
            <a:grpSpLocks noGrp="1" noUngrp="1" noRot="1" noMove="1" noResize="1"/>
          </p:cNvGrpSpPr>
          <p:nvPr/>
        </p:nvGrpSpPr>
        <p:grpSpPr>
          <a:xfrm>
            <a:off x="-76200" y="-38100"/>
            <a:ext cx="7162800" cy="10340340"/>
            <a:chOff x="0" y="0"/>
            <a:chExt cx="868081" cy="1342644"/>
          </a:xfrm>
        </p:grpSpPr>
        <p:sp>
          <p:nvSpPr>
            <p:cNvPr id="3" name="Freeform 11">
              <a:extLst>
                <a:ext uri="{FF2B5EF4-FFF2-40B4-BE49-F238E27FC236}">
                  <a16:creationId xmlns:a16="http://schemas.microsoft.com/office/drawing/2014/main" id="{61EEA69D-1D9D-632D-F8FF-C4406302799A}"/>
                </a:ext>
              </a:extLst>
            </p:cNvPr>
            <p:cNvSpPr>
              <a:spLocks noGrp="1" noRot="1" noMove="1" noResize="1" noEditPoints="1" noAdjustHandles="1" noChangeArrowheads="1" noChangeShapeType="1"/>
            </p:cNvSpPr>
            <p:nvPr/>
          </p:nvSpPr>
          <p:spPr>
            <a:xfrm>
              <a:off x="0" y="0"/>
              <a:ext cx="868081" cy="1342644"/>
            </a:xfrm>
            <a:prstGeom prst="rect">
              <a:avLst/>
            </a:prstGeom>
            <a:blipFill>
              <a:blip r:embed="rId2"/>
              <a:stretch>
                <a:fillRect l="-66073" r="-66073"/>
              </a:stretch>
            </a:blipFill>
          </p:spPr>
          <p:txBody>
            <a:bodyPr/>
            <a:lstStyle/>
            <a:p>
              <a:endParaRPr lang="en-US"/>
            </a:p>
          </p:txBody>
        </p:sp>
      </p:grpSp>
      <p:grpSp>
        <p:nvGrpSpPr>
          <p:cNvPr id="4" name="Group 3">
            <a:extLst>
              <a:ext uri="{FF2B5EF4-FFF2-40B4-BE49-F238E27FC236}">
                <a16:creationId xmlns:a16="http://schemas.microsoft.com/office/drawing/2014/main" id="{4EB6ACA3-505B-4AE1-19FB-BDD0F4108401}"/>
              </a:ext>
            </a:extLst>
          </p:cNvPr>
          <p:cNvGrpSpPr/>
          <p:nvPr/>
        </p:nvGrpSpPr>
        <p:grpSpPr>
          <a:xfrm>
            <a:off x="741592" y="609495"/>
            <a:ext cx="16804816" cy="838409"/>
            <a:chOff x="741592" y="609495"/>
            <a:chExt cx="16804816" cy="838409"/>
          </a:xfrm>
        </p:grpSpPr>
        <p:grpSp>
          <p:nvGrpSpPr>
            <p:cNvPr id="5" name="Group 4">
              <a:extLst>
                <a:ext uri="{FF2B5EF4-FFF2-40B4-BE49-F238E27FC236}">
                  <a16:creationId xmlns:a16="http://schemas.microsoft.com/office/drawing/2014/main" id="{C2B9CE23-269B-71E0-C97D-789250E10F97}"/>
                </a:ext>
              </a:extLst>
            </p:cNvPr>
            <p:cNvGrpSpPr/>
            <p:nvPr/>
          </p:nvGrpSpPr>
          <p:grpSpPr>
            <a:xfrm>
              <a:off x="741592" y="609495"/>
              <a:ext cx="16804816" cy="838409"/>
              <a:chOff x="0" y="0"/>
              <a:chExt cx="8145755" cy="406400"/>
            </a:xfrm>
          </p:grpSpPr>
          <p:sp>
            <p:nvSpPr>
              <p:cNvPr id="10" name="Freeform 6">
                <a:extLst>
                  <a:ext uri="{FF2B5EF4-FFF2-40B4-BE49-F238E27FC236}">
                    <a16:creationId xmlns:a16="http://schemas.microsoft.com/office/drawing/2014/main" id="{51FEC52C-6423-736D-3F87-43DB610AE7B5}"/>
                  </a:ext>
                </a:extLst>
              </p:cNvPr>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a:p>
            </p:txBody>
          </p:sp>
          <p:sp>
            <p:nvSpPr>
              <p:cNvPr id="11" name="TextBox 7">
                <a:extLst>
                  <a:ext uri="{FF2B5EF4-FFF2-40B4-BE49-F238E27FC236}">
                    <a16:creationId xmlns:a16="http://schemas.microsoft.com/office/drawing/2014/main" id="{E998B4CD-B73E-53A7-8998-956FFF2E86D3}"/>
                  </a:ext>
                </a:extLst>
              </p:cNvPr>
              <p:cNvSpPr txBox="1"/>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6" name="TextBox 19">
              <a:extLst>
                <a:ext uri="{FF2B5EF4-FFF2-40B4-BE49-F238E27FC236}">
                  <a16:creationId xmlns:a16="http://schemas.microsoft.com/office/drawing/2014/main" id="{A3662E10-6D70-C3E8-3AFC-E6561640FC1E}"/>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7" name="TextBox 20">
              <a:extLst>
                <a:ext uri="{FF2B5EF4-FFF2-40B4-BE49-F238E27FC236}">
                  <a16:creationId xmlns:a16="http://schemas.microsoft.com/office/drawing/2014/main" id="{04BF117F-729A-BFAB-115E-A4EC8008216C}"/>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dirty="0">
                  <a:solidFill>
                    <a:srgbClr val="FFFBF7"/>
                  </a:solidFill>
                  <a:latin typeface="TT Chocolates"/>
                  <a:ea typeface="TT Chocolates"/>
                  <a:cs typeface="TT Chocolates"/>
                  <a:sym typeface="TT Chocolates"/>
                </a:rPr>
                <a:t>ABOUT</a:t>
              </a:r>
            </a:p>
          </p:txBody>
        </p:sp>
        <p:sp>
          <p:nvSpPr>
            <p:cNvPr id="8" name="TextBox 21">
              <a:extLst>
                <a:ext uri="{FF2B5EF4-FFF2-40B4-BE49-F238E27FC236}">
                  <a16:creationId xmlns:a16="http://schemas.microsoft.com/office/drawing/2014/main" id="{63447293-E2A6-00AE-749C-D2B77FBE70A3}"/>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9" name="TextBox 22">
              <a:extLst>
                <a:ext uri="{FF2B5EF4-FFF2-40B4-BE49-F238E27FC236}">
                  <a16:creationId xmlns:a16="http://schemas.microsoft.com/office/drawing/2014/main" id="{7D45DBF2-28FB-17BC-2C02-7AA30C701119}"/>
                </a:ext>
              </a:extLst>
            </p:cNvPr>
            <p:cNvSpPr txBox="1"/>
            <p:nvPr/>
          </p:nvSpPr>
          <p:spPr>
            <a:xfrm>
              <a:off x="1665240" y="934086"/>
              <a:ext cx="2678159" cy="240450"/>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PROBLEM</a:t>
              </a:r>
            </a:p>
          </p:txBody>
        </p:sp>
      </p:grpSp>
    </p:spTree>
    <p:extLst>
      <p:ext uri="{BB962C8B-B14F-4D97-AF65-F5344CB8AC3E}">
        <p14:creationId xmlns:p14="http://schemas.microsoft.com/office/powerpoint/2010/main" val="14334412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5AE39-4193-5D19-29D4-B051879B9D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1539BC-6526-FB79-0566-98BB496B16AF}"/>
              </a:ext>
            </a:extLst>
          </p:cNvPr>
          <p:cNvSpPr/>
          <p:nvPr/>
        </p:nvSpPr>
        <p:spPr>
          <a:xfrm>
            <a:off x="15451493" y="5719318"/>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BC73249A-1D74-8A25-E936-BB8165E3B40C}"/>
              </a:ext>
            </a:extLst>
          </p:cNvPr>
          <p:cNvSpPr>
            <a:spLocks noGrp="1" noRot="1" noMove="1" noResize="1" noEditPoints="1" noAdjustHandles="1" noChangeArrowheads="1" noChangeShapeType="1"/>
          </p:cNvSpPr>
          <p:nvPr/>
        </p:nvSpPr>
        <p:spPr>
          <a:xfrm>
            <a:off x="-3774191" y="-2203912"/>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E0BA9CD8-A383-5BCB-11EF-7DB4AF2D2B4E}"/>
              </a:ext>
            </a:extLst>
          </p:cNvPr>
          <p:cNvSpPr/>
          <p:nvPr/>
        </p:nvSpPr>
        <p:spPr>
          <a:xfrm>
            <a:off x="-2432250" y="7057997"/>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5EC0AB0E-6510-B27C-6926-F4262E815452}"/>
              </a:ext>
            </a:extLst>
          </p:cNvPr>
          <p:cNvSpPr>
            <a:spLocks noGrp="1" noRot="1" noMove="1" noResize="1" noEditPoints="1" noAdjustHandles="1" noChangeArrowheads="1" noChangeShapeType="1"/>
          </p:cNvSpPr>
          <p:nvPr/>
        </p:nvSpPr>
        <p:spPr>
          <a:xfrm>
            <a:off x="14746431" y="-2571032"/>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6AF8A941-FB21-F84F-459A-1E706F298063}"/>
              </a:ext>
            </a:extLst>
          </p:cNvPr>
          <p:cNvGrpSpPr/>
          <p:nvPr/>
        </p:nvGrpSpPr>
        <p:grpSpPr>
          <a:xfrm>
            <a:off x="2250042" y="4730074"/>
            <a:ext cx="2065375" cy="2087436"/>
            <a:chOff x="0" y="0"/>
            <a:chExt cx="543967" cy="549777"/>
          </a:xfrm>
        </p:grpSpPr>
        <p:sp>
          <p:nvSpPr>
            <p:cNvPr id="11" name="Freeform 11">
              <a:extLst>
                <a:ext uri="{FF2B5EF4-FFF2-40B4-BE49-F238E27FC236}">
                  <a16:creationId xmlns:a16="http://schemas.microsoft.com/office/drawing/2014/main" id="{6455A51A-98F2-23EC-CAE6-BC1F2F7ADB01}"/>
                </a:ext>
              </a:extLst>
            </p:cNvPr>
            <p:cNvSpPr/>
            <p:nvPr/>
          </p:nvSpPr>
          <p:spPr>
            <a:xfrm>
              <a:off x="0" y="0"/>
              <a:ext cx="543967" cy="549777"/>
            </a:xfrm>
            <a:custGeom>
              <a:avLst/>
              <a:gdLst/>
              <a:ahLst/>
              <a:cxnLst/>
              <a:rect l="l" t="t" r="r" b="b"/>
              <a:pathLst>
                <a:path w="543967" h="549777">
                  <a:moveTo>
                    <a:pt x="93711" y="0"/>
                  </a:moveTo>
                  <a:lnTo>
                    <a:pt x="450256" y="0"/>
                  </a:lnTo>
                  <a:cubicBezTo>
                    <a:pt x="502011" y="0"/>
                    <a:pt x="543967" y="41956"/>
                    <a:pt x="543967" y="93711"/>
                  </a:cubicBezTo>
                  <a:lnTo>
                    <a:pt x="543967" y="456067"/>
                  </a:lnTo>
                  <a:cubicBezTo>
                    <a:pt x="543967" y="507822"/>
                    <a:pt x="502011" y="549777"/>
                    <a:pt x="450256" y="549777"/>
                  </a:cubicBezTo>
                  <a:lnTo>
                    <a:pt x="93711" y="549777"/>
                  </a:lnTo>
                  <a:cubicBezTo>
                    <a:pt x="41956" y="549777"/>
                    <a:pt x="0" y="507822"/>
                    <a:pt x="0" y="456067"/>
                  </a:cubicBezTo>
                  <a:lnTo>
                    <a:pt x="0" y="93711"/>
                  </a:lnTo>
                  <a:cubicBezTo>
                    <a:pt x="0" y="41956"/>
                    <a:pt x="41956" y="0"/>
                    <a:pt x="93711" y="0"/>
                  </a:cubicBezTo>
                  <a:close/>
                </a:path>
              </a:pathLst>
            </a:custGeom>
            <a:gradFill rotWithShape="1">
              <a:gsLst>
                <a:gs pos="0">
                  <a:srgbClr val="FC35A5">
                    <a:alpha val="100000"/>
                  </a:srgbClr>
                </a:gs>
                <a:gs pos="100000">
                  <a:srgbClr val="9B40D1">
                    <a:alpha val="100000"/>
                  </a:srgbClr>
                </a:gs>
              </a:gsLst>
              <a:lin ang="2700000"/>
            </a:gradFill>
            <a:ln cap="rnd">
              <a:noFill/>
              <a:prstDash val="solid"/>
              <a:round/>
            </a:ln>
          </p:spPr>
          <p:txBody>
            <a:bodyPr/>
            <a:lstStyle/>
            <a:p>
              <a:endParaRPr lang="en-US"/>
            </a:p>
          </p:txBody>
        </p:sp>
        <p:sp>
          <p:nvSpPr>
            <p:cNvPr id="12" name="TextBox 12">
              <a:extLst>
                <a:ext uri="{FF2B5EF4-FFF2-40B4-BE49-F238E27FC236}">
                  <a16:creationId xmlns:a16="http://schemas.microsoft.com/office/drawing/2014/main" id="{620D94A2-D0A7-6927-4585-8C5C99457DCD}"/>
                </a:ext>
              </a:extLst>
            </p:cNvPr>
            <p:cNvSpPr txBox="1"/>
            <p:nvPr/>
          </p:nvSpPr>
          <p:spPr>
            <a:xfrm>
              <a:off x="0" y="57150"/>
              <a:ext cx="543967" cy="492627"/>
            </a:xfrm>
            <a:prstGeom prst="rect">
              <a:avLst/>
            </a:prstGeom>
          </p:spPr>
          <p:txBody>
            <a:bodyPr lIns="50800" tIns="50800" rIns="50800" bIns="50800" rtlCol="0" anchor="ctr"/>
            <a:lstStyle/>
            <a:p>
              <a:pPr algn="ctr">
                <a:lnSpc>
                  <a:spcPts val="1660"/>
                </a:lnSpc>
              </a:pPr>
              <a:endParaRPr/>
            </a:p>
          </p:txBody>
        </p:sp>
      </p:grpSp>
      <p:grpSp>
        <p:nvGrpSpPr>
          <p:cNvPr id="13" name="Group 13">
            <a:extLst>
              <a:ext uri="{FF2B5EF4-FFF2-40B4-BE49-F238E27FC236}">
                <a16:creationId xmlns:a16="http://schemas.microsoft.com/office/drawing/2014/main" id="{51C408CE-5E5A-9760-1CED-C9243334A554}"/>
              </a:ext>
            </a:extLst>
          </p:cNvPr>
          <p:cNvGrpSpPr/>
          <p:nvPr/>
        </p:nvGrpSpPr>
        <p:grpSpPr>
          <a:xfrm>
            <a:off x="5150506" y="4730074"/>
            <a:ext cx="2065375" cy="2087436"/>
            <a:chOff x="0" y="0"/>
            <a:chExt cx="543967" cy="549777"/>
          </a:xfrm>
        </p:grpSpPr>
        <p:sp>
          <p:nvSpPr>
            <p:cNvPr id="14" name="Freeform 14">
              <a:extLst>
                <a:ext uri="{FF2B5EF4-FFF2-40B4-BE49-F238E27FC236}">
                  <a16:creationId xmlns:a16="http://schemas.microsoft.com/office/drawing/2014/main" id="{E0470965-DA9B-17FF-7E28-1E3802319AC3}"/>
                </a:ext>
              </a:extLst>
            </p:cNvPr>
            <p:cNvSpPr/>
            <p:nvPr/>
          </p:nvSpPr>
          <p:spPr>
            <a:xfrm>
              <a:off x="0" y="0"/>
              <a:ext cx="543967" cy="549777"/>
            </a:xfrm>
            <a:custGeom>
              <a:avLst/>
              <a:gdLst/>
              <a:ahLst/>
              <a:cxnLst/>
              <a:rect l="l" t="t" r="r" b="b"/>
              <a:pathLst>
                <a:path w="543967" h="549777">
                  <a:moveTo>
                    <a:pt x="93711" y="0"/>
                  </a:moveTo>
                  <a:lnTo>
                    <a:pt x="450256" y="0"/>
                  </a:lnTo>
                  <a:cubicBezTo>
                    <a:pt x="502011" y="0"/>
                    <a:pt x="543967" y="41956"/>
                    <a:pt x="543967" y="93711"/>
                  </a:cubicBezTo>
                  <a:lnTo>
                    <a:pt x="543967" y="456067"/>
                  </a:lnTo>
                  <a:cubicBezTo>
                    <a:pt x="543967" y="507822"/>
                    <a:pt x="502011" y="549777"/>
                    <a:pt x="450256" y="549777"/>
                  </a:cubicBezTo>
                  <a:lnTo>
                    <a:pt x="93711" y="549777"/>
                  </a:lnTo>
                  <a:cubicBezTo>
                    <a:pt x="41956" y="549777"/>
                    <a:pt x="0" y="507822"/>
                    <a:pt x="0" y="456067"/>
                  </a:cubicBezTo>
                  <a:lnTo>
                    <a:pt x="0" y="93711"/>
                  </a:lnTo>
                  <a:cubicBezTo>
                    <a:pt x="0" y="41956"/>
                    <a:pt x="41956" y="0"/>
                    <a:pt x="93711" y="0"/>
                  </a:cubicBezTo>
                  <a:close/>
                </a:path>
              </a:pathLst>
            </a:custGeom>
            <a:gradFill rotWithShape="1">
              <a:gsLst>
                <a:gs pos="0">
                  <a:srgbClr val="9B40D1">
                    <a:alpha val="100000"/>
                  </a:srgbClr>
                </a:gs>
                <a:gs pos="100000">
                  <a:srgbClr val="FC35A5">
                    <a:alpha val="100000"/>
                  </a:srgbClr>
                </a:gs>
              </a:gsLst>
              <a:lin ang="2700000"/>
            </a:gradFill>
            <a:ln cap="rnd">
              <a:noFill/>
              <a:prstDash val="solid"/>
              <a:round/>
            </a:ln>
          </p:spPr>
          <p:txBody>
            <a:bodyPr/>
            <a:lstStyle/>
            <a:p>
              <a:endParaRPr lang="en-US"/>
            </a:p>
          </p:txBody>
        </p:sp>
        <p:sp>
          <p:nvSpPr>
            <p:cNvPr id="15" name="TextBox 15">
              <a:extLst>
                <a:ext uri="{FF2B5EF4-FFF2-40B4-BE49-F238E27FC236}">
                  <a16:creationId xmlns:a16="http://schemas.microsoft.com/office/drawing/2014/main" id="{358A3FE1-8182-0B5F-2236-DD0F3D54AF15}"/>
                </a:ext>
              </a:extLst>
            </p:cNvPr>
            <p:cNvSpPr txBox="1"/>
            <p:nvPr/>
          </p:nvSpPr>
          <p:spPr>
            <a:xfrm>
              <a:off x="0" y="57150"/>
              <a:ext cx="543967" cy="492627"/>
            </a:xfrm>
            <a:prstGeom prst="rect">
              <a:avLst/>
            </a:prstGeom>
          </p:spPr>
          <p:txBody>
            <a:bodyPr lIns="50800" tIns="50800" rIns="50800" bIns="50800" rtlCol="0" anchor="ctr"/>
            <a:lstStyle/>
            <a:p>
              <a:pPr algn="ctr">
                <a:lnSpc>
                  <a:spcPts val="1660"/>
                </a:lnSpc>
              </a:pPr>
              <a:endParaRPr/>
            </a:p>
          </p:txBody>
        </p:sp>
      </p:grpSp>
      <p:grpSp>
        <p:nvGrpSpPr>
          <p:cNvPr id="16" name="Group 16">
            <a:extLst>
              <a:ext uri="{FF2B5EF4-FFF2-40B4-BE49-F238E27FC236}">
                <a16:creationId xmlns:a16="http://schemas.microsoft.com/office/drawing/2014/main" id="{5CB98772-9283-0624-397C-CBCB4195E8E3}"/>
              </a:ext>
            </a:extLst>
          </p:cNvPr>
          <p:cNvGrpSpPr/>
          <p:nvPr/>
        </p:nvGrpSpPr>
        <p:grpSpPr>
          <a:xfrm>
            <a:off x="8050970" y="4730074"/>
            <a:ext cx="2065375" cy="2087436"/>
            <a:chOff x="0" y="0"/>
            <a:chExt cx="543967" cy="549777"/>
          </a:xfrm>
        </p:grpSpPr>
        <p:sp>
          <p:nvSpPr>
            <p:cNvPr id="17" name="Freeform 17">
              <a:extLst>
                <a:ext uri="{FF2B5EF4-FFF2-40B4-BE49-F238E27FC236}">
                  <a16:creationId xmlns:a16="http://schemas.microsoft.com/office/drawing/2014/main" id="{FA3594F4-CFA6-F6CD-7EFC-83CAF5D83B1D}"/>
                </a:ext>
              </a:extLst>
            </p:cNvPr>
            <p:cNvSpPr/>
            <p:nvPr/>
          </p:nvSpPr>
          <p:spPr>
            <a:xfrm>
              <a:off x="0" y="0"/>
              <a:ext cx="543967" cy="549777"/>
            </a:xfrm>
            <a:custGeom>
              <a:avLst/>
              <a:gdLst/>
              <a:ahLst/>
              <a:cxnLst/>
              <a:rect l="l" t="t" r="r" b="b"/>
              <a:pathLst>
                <a:path w="543967" h="549777">
                  <a:moveTo>
                    <a:pt x="93711" y="0"/>
                  </a:moveTo>
                  <a:lnTo>
                    <a:pt x="450256" y="0"/>
                  </a:lnTo>
                  <a:cubicBezTo>
                    <a:pt x="502011" y="0"/>
                    <a:pt x="543967" y="41956"/>
                    <a:pt x="543967" y="93711"/>
                  </a:cubicBezTo>
                  <a:lnTo>
                    <a:pt x="543967" y="456067"/>
                  </a:lnTo>
                  <a:cubicBezTo>
                    <a:pt x="543967" y="507822"/>
                    <a:pt x="502011" y="549777"/>
                    <a:pt x="450256" y="549777"/>
                  </a:cubicBezTo>
                  <a:lnTo>
                    <a:pt x="93711" y="549777"/>
                  </a:lnTo>
                  <a:cubicBezTo>
                    <a:pt x="41956" y="549777"/>
                    <a:pt x="0" y="507822"/>
                    <a:pt x="0" y="456067"/>
                  </a:cubicBezTo>
                  <a:lnTo>
                    <a:pt x="0" y="93711"/>
                  </a:lnTo>
                  <a:cubicBezTo>
                    <a:pt x="0" y="41956"/>
                    <a:pt x="41956" y="0"/>
                    <a:pt x="93711" y="0"/>
                  </a:cubicBezTo>
                  <a:close/>
                </a:path>
              </a:pathLst>
            </a:custGeom>
            <a:gradFill rotWithShape="1">
              <a:gsLst>
                <a:gs pos="0">
                  <a:srgbClr val="FC35A5">
                    <a:alpha val="100000"/>
                  </a:srgbClr>
                </a:gs>
                <a:gs pos="100000">
                  <a:srgbClr val="9B40D1">
                    <a:alpha val="100000"/>
                  </a:srgbClr>
                </a:gs>
              </a:gsLst>
              <a:lin ang="2700000"/>
            </a:gradFill>
            <a:ln cap="rnd">
              <a:noFill/>
              <a:prstDash val="solid"/>
              <a:round/>
            </a:ln>
          </p:spPr>
          <p:txBody>
            <a:bodyPr/>
            <a:lstStyle/>
            <a:p>
              <a:endParaRPr lang="en-US"/>
            </a:p>
          </p:txBody>
        </p:sp>
        <p:sp>
          <p:nvSpPr>
            <p:cNvPr id="18" name="TextBox 18">
              <a:extLst>
                <a:ext uri="{FF2B5EF4-FFF2-40B4-BE49-F238E27FC236}">
                  <a16:creationId xmlns:a16="http://schemas.microsoft.com/office/drawing/2014/main" id="{B9948390-433E-EB8C-5A69-739454AAD9A0}"/>
                </a:ext>
              </a:extLst>
            </p:cNvPr>
            <p:cNvSpPr txBox="1"/>
            <p:nvPr/>
          </p:nvSpPr>
          <p:spPr>
            <a:xfrm>
              <a:off x="0" y="57150"/>
              <a:ext cx="543967" cy="492627"/>
            </a:xfrm>
            <a:prstGeom prst="rect">
              <a:avLst/>
            </a:prstGeom>
          </p:spPr>
          <p:txBody>
            <a:bodyPr lIns="50800" tIns="50800" rIns="50800" bIns="50800" rtlCol="0" anchor="ctr"/>
            <a:lstStyle/>
            <a:p>
              <a:pPr algn="ctr">
                <a:lnSpc>
                  <a:spcPts val="1660"/>
                </a:lnSpc>
              </a:pPr>
              <a:endParaRPr/>
            </a:p>
          </p:txBody>
        </p:sp>
      </p:grpSp>
      <p:grpSp>
        <p:nvGrpSpPr>
          <p:cNvPr id="19" name="Group 19">
            <a:extLst>
              <a:ext uri="{FF2B5EF4-FFF2-40B4-BE49-F238E27FC236}">
                <a16:creationId xmlns:a16="http://schemas.microsoft.com/office/drawing/2014/main" id="{E8DF225E-1ED7-1128-43F3-A877EC052612}"/>
              </a:ext>
            </a:extLst>
          </p:cNvPr>
          <p:cNvGrpSpPr/>
          <p:nvPr/>
        </p:nvGrpSpPr>
        <p:grpSpPr>
          <a:xfrm>
            <a:off x="10951434" y="4730074"/>
            <a:ext cx="2065375" cy="2087436"/>
            <a:chOff x="0" y="0"/>
            <a:chExt cx="543967" cy="549777"/>
          </a:xfrm>
        </p:grpSpPr>
        <p:sp>
          <p:nvSpPr>
            <p:cNvPr id="20" name="Freeform 20">
              <a:extLst>
                <a:ext uri="{FF2B5EF4-FFF2-40B4-BE49-F238E27FC236}">
                  <a16:creationId xmlns:a16="http://schemas.microsoft.com/office/drawing/2014/main" id="{E73AFE9A-EFD1-19C4-3E5E-50C0AA31574F}"/>
                </a:ext>
              </a:extLst>
            </p:cNvPr>
            <p:cNvSpPr/>
            <p:nvPr/>
          </p:nvSpPr>
          <p:spPr>
            <a:xfrm>
              <a:off x="0" y="0"/>
              <a:ext cx="543967" cy="549777"/>
            </a:xfrm>
            <a:custGeom>
              <a:avLst/>
              <a:gdLst/>
              <a:ahLst/>
              <a:cxnLst/>
              <a:rect l="l" t="t" r="r" b="b"/>
              <a:pathLst>
                <a:path w="543967" h="549777">
                  <a:moveTo>
                    <a:pt x="93711" y="0"/>
                  </a:moveTo>
                  <a:lnTo>
                    <a:pt x="450256" y="0"/>
                  </a:lnTo>
                  <a:cubicBezTo>
                    <a:pt x="502011" y="0"/>
                    <a:pt x="543967" y="41956"/>
                    <a:pt x="543967" y="93711"/>
                  </a:cubicBezTo>
                  <a:lnTo>
                    <a:pt x="543967" y="456067"/>
                  </a:lnTo>
                  <a:cubicBezTo>
                    <a:pt x="543967" y="507822"/>
                    <a:pt x="502011" y="549777"/>
                    <a:pt x="450256" y="549777"/>
                  </a:cubicBezTo>
                  <a:lnTo>
                    <a:pt x="93711" y="549777"/>
                  </a:lnTo>
                  <a:cubicBezTo>
                    <a:pt x="41956" y="549777"/>
                    <a:pt x="0" y="507822"/>
                    <a:pt x="0" y="456067"/>
                  </a:cubicBezTo>
                  <a:lnTo>
                    <a:pt x="0" y="93711"/>
                  </a:lnTo>
                  <a:cubicBezTo>
                    <a:pt x="0" y="41956"/>
                    <a:pt x="41956" y="0"/>
                    <a:pt x="93711" y="0"/>
                  </a:cubicBezTo>
                  <a:close/>
                </a:path>
              </a:pathLst>
            </a:custGeom>
            <a:gradFill rotWithShape="1">
              <a:gsLst>
                <a:gs pos="0">
                  <a:srgbClr val="9B40D1">
                    <a:alpha val="100000"/>
                  </a:srgbClr>
                </a:gs>
                <a:gs pos="100000">
                  <a:srgbClr val="FC35A5">
                    <a:alpha val="100000"/>
                  </a:srgbClr>
                </a:gs>
              </a:gsLst>
              <a:lin ang="2700000"/>
            </a:gradFill>
            <a:ln cap="rnd">
              <a:noFill/>
              <a:prstDash val="solid"/>
              <a:round/>
            </a:ln>
          </p:spPr>
          <p:txBody>
            <a:bodyPr/>
            <a:lstStyle/>
            <a:p>
              <a:endParaRPr lang="en-US"/>
            </a:p>
          </p:txBody>
        </p:sp>
        <p:sp>
          <p:nvSpPr>
            <p:cNvPr id="21" name="TextBox 21">
              <a:extLst>
                <a:ext uri="{FF2B5EF4-FFF2-40B4-BE49-F238E27FC236}">
                  <a16:creationId xmlns:a16="http://schemas.microsoft.com/office/drawing/2014/main" id="{668E6096-2E36-6E77-C85E-08103862747F}"/>
                </a:ext>
              </a:extLst>
            </p:cNvPr>
            <p:cNvSpPr txBox="1"/>
            <p:nvPr/>
          </p:nvSpPr>
          <p:spPr>
            <a:xfrm>
              <a:off x="0" y="57150"/>
              <a:ext cx="543967" cy="492627"/>
            </a:xfrm>
            <a:prstGeom prst="rect">
              <a:avLst/>
            </a:prstGeom>
          </p:spPr>
          <p:txBody>
            <a:bodyPr lIns="50800" tIns="50800" rIns="50800" bIns="50800" rtlCol="0" anchor="ctr"/>
            <a:lstStyle/>
            <a:p>
              <a:pPr algn="ctr">
                <a:lnSpc>
                  <a:spcPts val="1660"/>
                </a:lnSpc>
              </a:pPr>
              <a:endParaRPr/>
            </a:p>
          </p:txBody>
        </p:sp>
      </p:grpSp>
      <p:grpSp>
        <p:nvGrpSpPr>
          <p:cNvPr id="22" name="Group 22">
            <a:extLst>
              <a:ext uri="{FF2B5EF4-FFF2-40B4-BE49-F238E27FC236}">
                <a16:creationId xmlns:a16="http://schemas.microsoft.com/office/drawing/2014/main" id="{6036048F-C4D1-3970-C943-462386849BA1}"/>
              </a:ext>
            </a:extLst>
          </p:cNvPr>
          <p:cNvGrpSpPr/>
          <p:nvPr/>
        </p:nvGrpSpPr>
        <p:grpSpPr>
          <a:xfrm>
            <a:off x="13851898" y="4730074"/>
            <a:ext cx="2065375" cy="2087436"/>
            <a:chOff x="0" y="0"/>
            <a:chExt cx="543967" cy="549777"/>
          </a:xfrm>
        </p:grpSpPr>
        <p:sp>
          <p:nvSpPr>
            <p:cNvPr id="23" name="Freeform 23">
              <a:extLst>
                <a:ext uri="{FF2B5EF4-FFF2-40B4-BE49-F238E27FC236}">
                  <a16:creationId xmlns:a16="http://schemas.microsoft.com/office/drawing/2014/main" id="{BEDB7DD1-55AB-581F-43B3-15CB2F053BC7}"/>
                </a:ext>
              </a:extLst>
            </p:cNvPr>
            <p:cNvSpPr/>
            <p:nvPr/>
          </p:nvSpPr>
          <p:spPr>
            <a:xfrm>
              <a:off x="0" y="0"/>
              <a:ext cx="543967" cy="549777"/>
            </a:xfrm>
            <a:custGeom>
              <a:avLst/>
              <a:gdLst/>
              <a:ahLst/>
              <a:cxnLst/>
              <a:rect l="l" t="t" r="r" b="b"/>
              <a:pathLst>
                <a:path w="543967" h="549777">
                  <a:moveTo>
                    <a:pt x="93711" y="0"/>
                  </a:moveTo>
                  <a:lnTo>
                    <a:pt x="450256" y="0"/>
                  </a:lnTo>
                  <a:cubicBezTo>
                    <a:pt x="502011" y="0"/>
                    <a:pt x="543967" y="41956"/>
                    <a:pt x="543967" y="93711"/>
                  </a:cubicBezTo>
                  <a:lnTo>
                    <a:pt x="543967" y="456067"/>
                  </a:lnTo>
                  <a:cubicBezTo>
                    <a:pt x="543967" y="507822"/>
                    <a:pt x="502011" y="549777"/>
                    <a:pt x="450256" y="549777"/>
                  </a:cubicBezTo>
                  <a:lnTo>
                    <a:pt x="93711" y="549777"/>
                  </a:lnTo>
                  <a:cubicBezTo>
                    <a:pt x="41956" y="549777"/>
                    <a:pt x="0" y="507822"/>
                    <a:pt x="0" y="456067"/>
                  </a:cubicBezTo>
                  <a:lnTo>
                    <a:pt x="0" y="93711"/>
                  </a:lnTo>
                  <a:cubicBezTo>
                    <a:pt x="0" y="41956"/>
                    <a:pt x="41956" y="0"/>
                    <a:pt x="93711" y="0"/>
                  </a:cubicBezTo>
                  <a:close/>
                </a:path>
              </a:pathLst>
            </a:custGeom>
            <a:gradFill rotWithShape="1">
              <a:gsLst>
                <a:gs pos="0">
                  <a:srgbClr val="FC35A5">
                    <a:alpha val="100000"/>
                  </a:srgbClr>
                </a:gs>
                <a:gs pos="100000">
                  <a:srgbClr val="9B40D1">
                    <a:alpha val="100000"/>
                  </a:srgbClr>
                </a:gs>
              </a:gsLst>
              <a:lin ang="2700000"/>
            </a:gradFill>
            <a:ln cap="rnd">
              <a:noFill/>
              <a:prstDash val="solid"/>
              <a:round/>
            </a:ln>
          </p:spPr>
          <p:txBody>
            <a:bodyPr/>
            <a:lstStyle/>
            <a:p>
              <a:endParaRPr lang="en-US"/>
            </a:p>
          </p:txBody>
        </p:sp>
        <p:sp>
          <p:nvSpPr>
            <p:cNvPr id="24" name="TextBox 24">
              <a:extLst>
                <a:ext uri="{FF2B5EF4-FFF2-40B4-BE49-F238E27FC236}">
                  <a16:creationId xmlns:a16="http://schemas.microsoft.com/office/drawing/2014/main" id="{0A85ED89-D535-2F16-68E1-A8633AB46BD7}"/>
                </a:ext>
              </a:extLst>
            </p:cNvPr>
            <p:cNvSpPr txBox="1"/>
            <p:nvPr/>
          </p:nvSpPr>
          <p:spPr>
            <a:xfrm>
              <a:off x="0" y="57150"/>
              <a:ext cx="543967" cy="492627"/>
            </a:xfrm>
            <a:prstGeom prst="rect">
              <a:avLst/>
            </a:prstGeom>
          </p:spPr>
          <p:txBody>
            <a:bodyPr lIns="50800" tIns="50800" rIns="50800" bIns="50800" rtlCol="0" anchor="ctr"/>
            <a:lstStyle/>
            <a:p>
              <a:pPr algn="ctr">
                <a:lnSpc>
                  <a:spcPts val="1660"/>
                </a:lnSpc>
              </a:pPr>
              <a:endParaRPr/>
            </a:p>
          </p:txBody>
        </p:sp>
      </p:grpSp>
      <p:sp>
        <p:nvSpPr>
          <p:cNvPr id="25" name="Freeform 25">
            <a:extLst>
              <a:ext uri="{FF2B5EF4-FFF2-40B4-BE49-F238E27FC236}">
                <a16:creationId xmlns:a16="http://schemas.microsoft.com/office/drawing/2014/main" id="{433D321C-4511-C2F1-F07A-ADEA3BE6FE52}"/>
              </a:ext>
            </a:extLst>
          </p:cNvPr>
          <p:cNvSpPr/>
          <p:nvPr/>
        </p:nvSpPr>
        <p:spPr>
          <a:xfrm>
            <a:off x="2632999" y="5124061"/>
            <a:ext cx="1299463" cy="1299463"/>
          </a:xfrm>
          <a:custGeom>
            <a:avLst/>
            <a:gdLst/>
            <a:ahLst/>
            <a:cxnLst/>
            <a:rect l="l" t="t" r="r" b="b"/>
            <a:pathLst>
              <a:path w="1299463" h="1299463">
                <a:moveTo>
                  <a:pt x="0" y="0"/>
                </a:moveTo>
                <a:lnTo>
                  <a:pt x="1299462" y="0"/>
                </a:lnTo>
                <a:lnTo>
                  <a:pt x="1299462" y="1299463"/>
                </a:lnTo>
                <a:lnTo>
                  <a:pt x="0" y="12994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6" name="Freeform 26">
            <a:extLst>
              <a:ext uri="{FF2B5EF4-FFF2-40B4-BE49-F238E27FC236}">
                <a16:creationId xmlns:a16="http://schemas.microsoft.com/office/drawing/2014/main" id="{C2C1694D-E769-EF06-B8B7-9CEC835FB754}"/>
              </a:ext>
            </a:extLst>
          </p:cNvPr>
          <p:cNvSpPr/>
          <p:nvPr/>
        </p:nvSpPr>
        <p:spPr>
          <a:xfrm>
            <a:off x="5543590" y="5080535"/>
            <a:ext cx="1279207" cy="1427108"/>
          </a:xfrm>
          <a:custGeom>
            <a:avLst/>
            <a:gdLst/>
            <a:ahLst/>
            <a:cxnLst/>
            <a:rect l="l" t="t" r="r" b="b"/>
            <a:pathLst>
              <a:path w="1279207" h="1427108">
                <a:moveTo>
                  <a:pt x="0" y="0"/>
                </a:moveTo>
                <a:lnTo>
                  <a:pt x="1279208" y="0"/>
                </a:lnTo>
                <a:lnTo>
                  <a:pt x="1279208" y="1427108"/>
                </a:lnTo>
                <a:lnTo>
                  <a:pt x="0" y="142710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27" name="Freeform 27">
            <a:extLst>
              <a:ext uri="{FF2B5EF4-FFF2-40B4-BE49-F238E27FC236}">
                <a16:creationId xmlns:a16="http://schemas.microsoft.com/office/drawing/2014/main" id="{86EAF42E-9954-7E1A-2347-BA1F22BB55FF}"/>
              </a:ext>
            </a:extLst>
          </p:cNvPr>
          <p:cNvSpPr/>
          <p:nvPr/>
        </p:nvSpPr>
        <p:spPr>
          <a:xfrm>
            <a:off x="8513500" y="5183231"/>
            <a:ext cx="1140316" cy="1240293"/>
          </a:xfrm>
          <a:custGeom>
            <a:avLst/>
            <a:gdLst/>
            <a:ahLst/>
            <a:cxnLst/>
            <a:rect l="l" t="t" r="r" b="b"/>
            <a:pathLst>
              <a:path w="1140316" h="1240293">
                <a:moveTo>
                  <a:pt x="0" y="0"/>
                </a:moveTo>
                <a:lnTo>
                  <a:pt x="1140316" y="0"/>
                </a:lnTo>
                <a:lnTo>
                  <a:pt x="1140316" y="1240293"/>
                </a:lnTo>
                <a:lnTo>
                  <a:pt x="0" y="124029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8" name="Freeform 28">
            <a:extLst>
              <a:ext uri="{FF2B5EF4-FFF2-40B4-BE49-F238E27FC236}">
                <a16:creationId xmlns:a16="http://schemas.microsoft.com/office/drawing/2014/main" id="{D44231EA-7865-E702-0A06-B83C4574A07D}"/>
              </a:ext>
            </a:extLst>
          </p:cNvPr>
          <p:cNvSpPr/>
          <p:nvPr/>
        </p:nvSpPr>
        <p:spPr>
          <a:xfrm>
            <a:off x="11411746" y="5140009"/>
            <a:ext cx="1189791" cy="1267566"/>
          </a:xfrm>
          <a:custGeom>
            <a:avLst/>
            <a:gdLst/>
            <a:ahLst/>
            <a:cxnLst/>
            <a:rect l="l" t="t" r="r" b="b"/>
            <a:pathLst>
              <a:path w="1189791" h="1267566">
                <a:moveTo>
                  <a:pt x="0" y="0"/>
                </a:moveTo>
                <a:lnTo>
                  <a:pt x="1189791" y="0"/>
                </a:lnTo>
                <a:lnTo>
                  <a:pt x="1189791" y="1267566"/>
                </a:lnTo>
                <a:lnTo>
                  <a:pt x="0" y="126756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9" name="Freeform 29">
            <a:extLst>
              <a:ext uri="{FF2B5EF4-FFF2-40B4-BE49-F238E27FC236}">
                <a16:creationId xmlns:a16="http://schemas.microsoft.com/office/drawing/2014/main" id="{4420B0F3-1515-977B-358D-84460EB5355E}"/>
              </a:ext>
            </a:extLst>
          </p:cNvPr>
          <p:cNvSpPr/>
          <p:nvPr/>
        </p:nvSpPr>
        <p:spPr>
          <a:xfrm>
            <a:off x="14236009" y="5143500"/>
            <a:ext cx="1252096" cy="1280024"/>
          </a:xfrm>
          <a:custGeom>
            <a:avLst/>
            <a:gdLst/>
            <a:ahLst/>
            <a:cxnLst/>
            <a:rect l="l" t="t" r="r" b="b"/>
            <a:pathLst>
              <a:path w="1252096" h="1280024">
                <a:moveTo>
                  <a:pt x="0" y="0"/>
                </a:moveTo>
                <a:lnTo>
                  <a:pt x="1252096" y="0"/>
                </a:lnTo>
                <a:lnTo>
                  <a:pt x="1252096" y="1280024"/>
                </a:lnTo>
                <a:lnTo>
                  <a:pt x="0" y="128002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4" name="TextBox 34">
            <a:extLst>
              <a:ext uri="{FF2B5EF4-FFF2-40B4-BE49-F238E27FC236}">
                <a16:creationId xmlns:a16="http://schemas.microsoft.com/office/drawing/2014/main" id="{75E8FFEF-4D99-5457-809B-692C2676E105}"/>
              </a:ext>
            </a:extLst>
          </p:cNvPr>
          <p:cNvSpPr txBox="1"/>
          <p:nvPr/>
        </p:nvSpPr>
        <p:spPr>
          <a:xfrm>
            <a:off x="3388283" y="2960762"/>
            <a:ext cx="2447847" cy="947421"/>
          </a:xfrm>
          <a:prstGeom prst="rect">
            <a:avLst/>
          </a:prstGeom>
        </p:spPr>
        <p:txBody>
          <a:bodyPr lIns="0" tIns="0" rIns="0" bIns="0" rtlCol="0" anchor="t">
            <a:spAutoFit/>
          </a:bodyPr>
          <a:lstStyle/>
          <a:p>
            <a:pPr marL="0" lvl="0" indent="0" algn="l">
              <a:lnSpc>
                <a:spcPts val="6640"/>
              </a:lnSpc>
            </a:pPr>
            <a:r>
              <a:rPr lang="en-US" sz="8000" b="1" dirty="0">
                <a:solidFill>
                  <a:srgbClr val="E93CB0"/>
                </a:solidFill>
                <a:latin typeface="TT Chocolates Bold"/>
                <a:ea typeface="TT Chocolates Bold"/>
                <a:cs typeface="TT Chocolates Bold"/>
                <a:sym typeface="TT Chocolates Bold"/>
              </a:rPr>
              <a:t>Why</a:t>
            </a:r>
          </a:p>
        </p:txBody>
      </p:sp>
      <p:sp>
        <p:nvSpPr>
          <p:cNvPr id="35" name="TextBox 35">
            <a:extLst>
              <a:ext uri="{FF2B5EF4-FFF2-40B4-BE49-F238E27FC236}">
                <a16:creationId xmlns:a16="http://schemas.microsoft.com/office/drawing/2014/main" id="{254078EC-630C-8245-1F48-31A0BD205F19}"/>
              </a:ext>
            </a:extLst>
          </p:cNvPr>
          <p:cNvSpPr txBox="1"/>
          <p:nvPr/>
        </p:nvSpPr>
        <p:spPr>
          <a:xfrm>
            <a:off x="5620916" y="3045852"/>
            <a:ext cx="5093916" cy="710565"/>
          </a:xfrm>
          <a:prstGeom prst="rect">
            <a:avLst/>
          </a:prstGeom>
        </p:spPr>
        <p:txBody>
          <a:bodyPr lIns="0" tIns="0" rIns="0" bIns="0" rtlCol="0" anchor="t">
            <a:spAutoFit/>
          </a:bodyPr>
          <a:lstStyle/>
          <a:p>
            <a:pPr marL="0" lvl="0" indent="0" algn="l">
              <a:lnSpc>
                <a:spcPts val="4980"/>
              </a:lnSpc>
            </a:pPr>
            <a:r>
              <a:rPr lang="en-US" sz="6000" dirty="0">
                <a:solidFill>
                  <a:srgbClr val="FFFBF7"/>
                </a:solidFill>
                <a:latin typeface="TT Chocolates"/>
                <a:ea typeface="TT Chocolates"/>
                <a:cs typeface="TT Chocolates"/>
                <a:sym typeface="TT Chocolates"/>
              </a:rPr>
              <a:t>Cyber Security</a:t>
            </a:r>
          </a:p>
        </p:txBody>
      </p:sp>
      <p:sp>
        <p:nvSpPr>
          <p:cNvPr id="36" name="TextBox 36">
            <a:extLst>
              <a:ext uri="{FF2B5EF4-FFF2-40B4-BE49-F238E27FC236}">
                <a16:creationId xmlns:a16="http://schemas.microsoft.com/office/drawing/2014/main" id="{52B0141E-71E0-A5AA-9122-AB98DB5E22F8}"/>
              </a:ext>
            </a:extLst>
          </p:cNvPr>
          <p:cNvSpPr txBox="1"/>
          <p:nvPr/>
        </p:nvSpPr>
        <p:spPr>
          <a:xfrm>
            <a:off x="10714832" y="2960762"/>
            <a:ext cx="4064201" cy="947421"/>
          </a:xfrm>
          <a:prstGeom prst="rect">
            <a:avLst/>
          </a:prstGeom>
        </p:spPr>
        <p:txBody>
          <a:bodyPr lIns="0" tIns="0" rIns="0" bIns="0" rtlCol="0" anchor="t">
            <a:spAutoFit/>
          </a:bodyPr>
          <a:lstStyle/>
          <a:p>
            <a:pPr marL="0" lvl="0" indent="0" algn="l">
              <a:lnSpc>
                <a:spcPts val="6640"/>
              </a:lnSpc>
            </a:pPr>
            <a:r>
              <a:rPr lang="en-US" sz="8000" b="1" dirty="0">
                <a:solidFill>
                  <a:srgbClr val="E93CB0"/>
                </a:solidFill>
                <a:latin typeface="TT Chocolates Bold"/>
                <a:ea typeface="TT Chocolates Bold"/>
                <a:cs typeface="TT Chocolates Bold"/>
                <a:sym typeface="TT Chocolates Bold"/>
              </a:rPr>
              <a:t>Matters?</a:t>
            </a:r>
          </a:p>
        </p:txBody>
      </p:sp>
      <p:sp>
        <p:nvSpPr>
          <p:cNvPr id="37" name="TextBox 37">
            <a:extLst>
              <a:ext uri="{FF2B5EF4-FFF2-40B4-BE49-F238E27FC236}">
                <a16:creationId xmlns:a16="http://schemas.microsoft.com/office/drawing/2014/main" id="{EF7FEFFE-D90C-9C65-97A1-270110D6DF10}"/>
              </a:ext>
            </a:extLst>
          </p:cNvPr>
          <p:cNvSpPr txBox="1"/>
          <p:nvPr/>
        </p:nvSpPr>
        <p:spPr>
          <a:xfrm>
            <a:off x="1954278" y="7223382"/>
            <a:ext cx="2656905" cy="355600"/>
          </a:xfrm>
          <a:prstGeom prst="rect">
            <a:avLst/>
          </a:prstGeom>
        </p:spPr>
        <p:txBody>
          <a:bodyPr lIns="0" tIns="0" rIns="0" bIns="0" rtlCol="0" anchor="t">
            <a:spAutoFit/>
          </a:bodyPr>
          <a:lstStyle/>
          <a:p>
            <a:pPr marL="0" lvl="0" indent="0" algn="ctr">
              <a:lnSpc>
                <a:spcPts val="2750"/>
              </a:lnSpc>
            </a:pPr>
            <a:r>
              <a:rPr lang="en-US" sz="2500" b="1">
                <a:solidFill>
                  <a:srgbClr val="FFFBF7"/>
                </a:solidFill>
                <a:latin typeface="TT Chocolates Bold"/>
                <a:ea typeface="TT Chocolates Bold"/>
                <a:cs typeface="TT Chocolates Bold"/>
                <a:sym typeface="TT Chocolates Bold"/>
              </a:rPr>
              <a:t>Rising Threats</a:t>
            </a:r>
          </a:p>
        </p:txBody>
      </p:sp>
      <p:sp>
        <p:nvSpPr>
          <p:cNvPr id="38" name="TextBox 38">
            <a:extLst>
              <a:ext uri="{FF2B5EF4-FFF2-40B4-BE49-F238E27FC236}">
                <a16:creationId xmlns:a16="http://schemas.microsoft.com/office/drawing/2014/main" id="{56A28DCC-C7E2-8488-DD48-A5F71E968D41}"/>
              </a:ext>
            </a:extLst>
          </p:cNvPr>
          <p:cNvSpPr txBox="1"/>
          <p:nvPr/>
        </p:nvSpPr>
        <p:spPr>
          <a:xfrm>
            <a:off x="2112512" y="7679995"/>
            <a:ext cx="2340436" cy="577850"/>
          </a:xfrm>
          <a:prstGeom prst="rect">
            <a:avLst/>
          </a:prstGeom>
        </p:spPr>
        <p:txBody>
          <a:bodyPr lIns="0" tIns="0" rIns="0" bIns="0" rtlCol="0" anchor="t">
            <a:spAutoFit/>
          </a:bodyPr>
          <a:lstStyle/>
          <a:p>
            <a:pPr marL="0" lvl="0" indent="0" algn="ctr">
              <a:lnSpc>
                <a:spcPts val="2200"/>
              </a:lnSpc>
            </a:pPr>
            <a:r>
              <a:rPr lang="en-US" sz="2000">
                <a:solidFill>
                  <a:srgbClr val="FFFBF7"/>
                </a:solidFill>
                <a:latin typeface="TT Chocolates"/>
                <a:ea typeface="TT Chocolates"/>
                <a:cs typeface="TT Chocolates"/>
                <a:sym typeface="TT Chocolates"/>
              </a:rPr>
              <a:t>2,200 cyber attacks per day globally</a:t>
            </a:r>
          </a:p>
        </p:txBody>
      </p:sp>
      <p:sp>
        <p:nvSpPr>
          <p:cNvPr id="39" name="TextBox 39">
            <a:extLst>
              <a:ext uri="{FF2B5EF4-FFF2-40B4-BE49-F238E27FC236}">
                <a16:creationId xmlns:a16="http://schemas.microsoft.com/office/drawing/2014/main" id="{3ABA9919-0246-25C3-54CC-F5B045C3C46B}"/>
              </a:ext>
            </a:extLst>
          </p:cNvPr>
          <p:cNvSpPr txBox="1"/>
          <p:nvPr/>
        </p:nvSpPr>
        <p:spPr>
          <a:xfrm>
            <a:off x="4854742" y="7223382"/>
            <a:ext cx="2656905" cy="355600"/>
          </a:xfrm>
          <a:prstGeom prst="rect">
            <a:avLst/>
          </a:prstGeom>
        </p:spPr>
        <p:txBody>
          <a:bodyPr lIns="0" tIns="0" rIns="0" bIns="0" rtlCol="0" anchor="t">
            <a:spAutoFit/>
          </a:bodyPr>
          <a:lstStyle/>
          <a:p>
            <a:pPr marL="0" lvl="0" indent="0" algn="ctr">
              <a:lnSpc>
                <a:spcPts val="2750"/>
              </a:lnSpc>
            </a:pPr>
            <a:r>
              <a:rPr lang="en-US" sz="2500" b="1">
                <a:solidFill>
                  <a:srgbClr val="FFFBF7"/>
                </a:solidFill>
                <a:latin typeface="TT Chocolates Bold"/>
                <a:ea typeface="TT Chocolates Bold"/>
                <a:cs typeface="TT Chocolates Bold"/>
                <a:sym typeface="TT Chocolates Bold"/>
              </a:rPr>
              <a:t>Financial Impact</a:t>
            </a:r>
          </a:p>
        </p:txBody>
      </p:sp>
      <p:sp>
        <p:nvSpPr>
          <p:cNvPr id="40" name="TextBox 40">
            <a:extLst>
              <a:ext uri="{FF2B5EF4-FFF2-40B4-BE49-F238E27FC236}">
                <a16:creationId xmlns:a16="http://schemas.microsoft.com/office/drawing/2014/main" id="{62B0BF08-5A31-4F38-18D5-631863A68918}"/>
              </a:ext>
            </a:extLst>
          </p:cNvPr>
          <p:cNvSpPr txBox="1"/>
          <p:nvPr/>
        </p:nvSpPr>
        <p:spPr>
          <a:xfrm>
            <a:off x="5012976" y="7679995"/>
            <a:ext cx="2340436" cy="577850"/>
          </a:xfrm>
          <a:prstGeom prst="rect">
            <a:avLst/>
          </a:prstGeom>
        </p:spPr>
        <p:txBody>
          <a:bodyPr lIns="0" tIns="0" rIns="0" bIns="0" rtlCol="0" anchor="t">
            <a:spAutoFit/>
          </a:bodyPr>
          <a:lstStyle/>
          <a:p>
            <a:pPr marL="0" lvl="0" indent="0" algn="ctr">
              <a:lnSpc>
                <a:spcPts val="2200"/>
              </a:lnSpc>
            </a:pPr>
            <a:r>
              <a:rPr lang="en-US" sz="2000">
                <a:solidFill>
                  <a:srgbClr val="FFFBF7"/>
                </a:solidFill>
                <a:latin typeface="TT Chocolates"/>
                <a:ea typeface="TT Chocolates"/>
                <a:cs typeface="TT Chocolates"/>
                <a:sym typeface="TT Chocolates"/>
              </a:rPr>
              <a:t>Average data breach costs $4.45M</a:t>
            </a:r>
          </a:p>
        </p:txBody>
      </p:sp>
      <p:sp>
        <p:nvSpPr>
          <p:cNvPr id="41" name="TextBox 41">
            <a:extLst>
              <a:ext uri="{FF2B5EF4-FFF2-40B4-BE49-F238E27FC236}">
                <a16:creationId xmlns:a16="http://schemas.microsoft.com/office/drawing/2014/main" id="{FD463870-F50C-B687-17EC-B9261A7A7EAE}"/>
              </a:ext>
            </a:extLst>
          </p:cNvPr>
          <p:cNvSpPr txBox="1"/>
          <p:nvPr/>
        </p:nvSpPr>
        <p:spPr>
          <a:xfrm>
            <a:off x="7755205" y="7223382"/>
            <a:ext cx="2656905" cy="355600"/>
          </a:xfrm>
          <a:prstGeom prst="rect">
            <a:avLst/>
          </a:prstGeom>
        </p:spPr>
        <p:txBody>
          <a:bodyPr lIns="0" tIns="0" rIns="0" bIns="0" rtlCol="0" anchor="t">
            <a:spAutoFit/>
          </a:bodyPr>
          <a:lstStyle/>
          <a:p>
            <a:pPr marL="0" lvl="0" indent="0" algn="ctr">
              <a:lnSpc>
                <a:spcPts val="2750"/>
              </a:lnSpc>
            </a:pPr>
            <a:r>
              <a:rPr lang="en-US" sz="2500" b="1">
                <a:solidFill>
                  <a:srgbClr val="FFFBF7"/>
                </a:solidFill>
                <a:latin typeface="TT Chocolates Bold"/>
                <a:ea typeface="TT Chocolates Bold"/>
                <a:cs typeface="TT Chocolates Bold"/>
                <a:sym typeface="TT Chocolates Bold"/>
              </a:rPr>
              <a:t>Personal Risks</a:t>
            </a:r>
          </a:p>
        </p:txBody>
      </p:sp>
      <p:sp>
        <p:nvSpPr>
          <p:cNvPr id="42" name="TextBox 42">
            <a:extLst>
              <a:ext uri="{FF2B5EF4-FFF2-40B4-BE49-F238E27FC236}">
                <a16:creationId xmlns:a16="http://schemas.microsoft.com/office/drawing/2014/main" id="{2390D452-6347-0AE7-9E24-5B16829A639E}"/>
              </a:ext>
            </a:extLst>
          </p:cNvPr>
          <p:cNvSpPr txBox="1"/>
          <p:nvPr/>
        </p:nvSpPr>
        <p:spPr>
          <a:xfrm>
            <a:off x="7913440" y="7679995"/>
            <a:ext cx="2340436" cy="577850"/>
          </a:xfrm>
          <a:prstGeom prst="rect">
            <a:avLst/>
          </a:prstGeom>
        </p:spPr>
        <p:txBody>
          <a:bodyPr lIns="0" tIns="0" rIns="0" bIns="0" rtlCol="0" anchor="t">
            <a:spAutoFit/>
          </a:bodyPr>
          <a:lstStyle/>
          <a:p>
            <a:pPr marL="0" lvl="0" indent="0" algn="ctr">
              <a:lnSpc>
                <a:spcPts val="2200"/>
              </a:lnSpc>
            </a:pPr>
            <a:r>
              <a:rPr lang="en-US" sz="2000">
                <a:solidFill>
                  <a:srgbClr val="FFFBF7"/>
                </a:solidFill>
                <a:latin typeface="TT Chocolates"/>
                <a:ea typeface="TT Chocolates"/>
                <a:cs typeface="TT Chocolates"/>
                <a:sym typeface="TT Chocolates"/>
              </a:rPr>
              <a:t>Identity theft affects 1 in 15 people annually</a:t>
            </a:r>
          </a:p>
        </p:txBody>
      </p:sp>
      <p:sp>
        <p:nvSpPr>
          <p:cNvPr id="43" name="TextBox 43">
            <a:extLst>
              <a:ext uri="{FF2B5EF4-FFF2-40B4-BE49-F238E27FC236}">
                <a16:creationId xmlns:a16="http://schemas.microsoft.com/office/drawing/2014/main" id="{7842D7ED-0291-1F7E-39F0-1A7D654F7D72}"/>
              </a:ext>
            </a:extLst>
          </p:cNvPr>
          <p:cNvSpPr txBox="1"/>
          <p:nvPr/>
        </p:nvSpPr>
        <p:spPr>
          <a:xfrm>
            <a:off x="10655669" y="7223382"/>
            <a:ext cx="2656905" cy="355600"/>
          </a:xfrm>
          <a:prstGeom prst="rect">
            <a:avLst/>
          </a:prstGeom>
        </p:spPr>
        <p:txBody>
          <a:bodyPr lIns="0" tIns="0" rIns="0" bIns="0" rtlCol="0" anchor="t">
            <a:spAutoFit/>
          </a:bodyPr>
          <a:lstStyle/>
          <a:p>
            <a:pPr marL="0" lvl="0" indent="0" algn="ctr">
              <a:lnSpc>
                <a:spcPts val="2750"/>
              </a:lnSpc>
            </a:pPr>
            <a:r>
              <a:rPr lang="en-US" sz="2500" b="1">
                <a:solidFill>
                  <a:srgbClr val="FFFBF7"/>
                </a:solidFill>
                <a:latin typeface="TT Chocolates Bold"/>
                <a:ea typeface="TT Chocolates Bold"/>
                <a:cs typeface="TT Chocolates Bold"/>
                <a:sym typeface="TT Chocolates Bold"/>
              </a:rPr>
              <a:t>Business Risks</a:t>
            </a:r>
          </a:p>
        </p:txBody>
      </p:sp>
      <p:sp>
        <p:nvSpPr>
          <p:cNvPr id="44" name="TextBox 44">
            <a:extLst>
              <a:ext uri="{FF2B5EF4-FFF2-40B4-BE49-F238E27FC236}">
                <a16:creationId xmlns:a16="http://schemas.microsoft.com/office/drawing/2014/main" id="{AD1B4F88-354F-C5B4-FB9F-D539E6ABDB4B}"/>
              </a:ext>
            </a:extLst>
          </p:cNvPr>
          <p:cNvSpPr txBox="1"/>
          <p:nvPr/>
        </p:nvSpPr>
        <p:spPr>
          <a:xfrm>
            <a:off x="10813904" y="7679995"/>
            <a:ext cx="2340436" cy="854075"/>
          </a:xfrm>
          <a:prstGeom prst="rect">
            <a:avLst/>
          </a:prstGeom>
        </p:spPr>
        <p:txBody>
          <a:bodyPr lIns="0" tIns="0" rIns="0" bIns="0" rtlCol="0" anchor="t">
            <a:spAutoFit/>
          </a:bodyPr>
          <a:lstStyle/>
          <a:p>
            <a:pPr marL="0" lvl="0" indent="0" algn="ctr">
              <a:lnSpc>
                <a:spcPts val="2200"/>
              </a:lnSpc>
            </a:pPr>
            <a:r>
              <a:rPr lang="en-US" sz="2000">
                <a:solidFill>
                  <a:srgbClr val="FFFBF7"/>
                </a:solidFill>
                <a:latin typeface="TT Chocolates"/>
                <a:ea typeface="TT Chocolates"/>
                <a:cs typeface="TT Chocolates"/>
                <a:sym typeface="TT Chocolates"/>
              </a:rPr>
              <a:t>Downtime, reputation damage, legal penalties</a:t>
            </a:r>
          </a:p>
        </p:txBody>
      </p:sp>
      <p:sp>
        <p:nvSpPr>
          <p:cNvPr id="45" name="TextBox 45">
            <a:extLst>
              <a:ext uri="{FF2B5EF4-FFF2-40B4-BE49-F238E27FC236}">
                <a16:creationId xmlns:a16="http://schemas.microsoft.com/office/drawing/2014/main" id="{5AB788C1-5EAE-A72A-1804-EC2F8013BE67}"/>
              </a:ext>
            </a:extLst>
          </p:cNvPr>
          <p:cNvSpPr txBox="1"/>
          <p:nvPr/>
        </p:nvSpPr>
        <p:spPr>
          <a:xfrm>
            <a:off x="13556133" y="7223382"/>
            <a:ext cx="2656905" cy="355600"/>
          </a:xfrm>
          <a:prstGeom prst="rect">
            <a:avLst/>
          </a:prstGeom>
        </p:spPr>
        <p:txBody>
          <a:bodyPr lIns="0" tIns="0" rIns="0" bIns="0" rtlCol="0" anchor="t">
            <a:spAutoFit/>
          </a:bodyPr>
          <a:lstStyle/>
          <a:p>
            <a:pPr marL="0" lvl="0" indent="0" algn="ctr">
              <a:lnSpc>
                <a:spcPts val="2750"/>
              </a:lnSpc>
            </a:pPr>
            <a:r>
              <a:rPr lang="en-US" sz="2500" b="1">
                <a:solidFill>
                  <a:srgbClr val="FFFBF7"/>
                </a:solidFill>
                <a:latin typeface="TT Chocolates Bold"/>
                <a:ea typeface="TT Chocolates Bold"/>
                <a:cs typeface="TT Chocolates Bold"/>
                <a:sym typeface="TT Chocolates Bold"/>
              </a:rPr>
              <a:t>Societal Impact</a:t>
            </a:r>
          </a:p>
        </p:txBody>
      </p:sp>
      <p:sp>
        <p:nvSpPr>
          <p:cNvPr id="46" name="TextBox 46">
            <a:extLst>
              <a:ext uri="{FF2B5EF4-FFF2-40B4-BE49-F238E27FC236}">
                <a16:creationId xmlns:a16="http://schemas.microsoft.com/office/drawing/2014/main" id="{3227D23E-582F-19E0-6076-E30D434B4337}"/>
              </a:ext>
            </a:extLst>
          </p:cNvPr>
          <p:cNvSpPr txBox="1"/>
          <p:nvPr/>
        </p:nvSpPr>
        <p:spPr>
          <a:xfrm>
            <a:off x="13435449" y="7679995"/>
            <a:ext cx="2898274" cy="854075"/>
          </a:xfrm>
          <a:prstGeom prst="rect">
            <a:avLst/>
          </a:prstGeom>
        </p:spPr>
        <p:txBody>
          <a:bodyPr lIns="0" tIns="0" rIns="0" bIns="0" rtlCol="0" anchor="t">
            <a:spAutoFit/>
          </a:bodyPr>
          <a:lstStyle/>
          <a:p>
            <a:pPr marL="0" lvl="0" indent="0" algn="ctr">
              <a:lnSpc>
                <a:spcPts val="2200"/>
              </a:lnSpc>
            </a:pPr>
            <a:r>
              <a:rPr lang="en-US" sz="2000">
                <a:solidFill>
                  <a:srgbClr val="FFFBF7"/>
                </a:solidFill>
                <a:latin typeface="TT Chocolates"/>
                <a:ea typeface="TT Chocolates"/>
                <a:cs typeface="TT Chocolates"/>
                <a:sym typeface="TT Chocolates"/>
              </a:rPr>
              <a:t>Attacks on critical infrastructure like hospitals or power grids</a:t>
            </a:r>
          </a:p>
        </p:txBody>
      </p:sp>
      <p:grpSp>
        <p:nvGrpSpPr>
          <p:cNvPr id="47" name="Group 47">
            <a:extLst>
              <a:ext uri="{FF2B5EF4-FFF2-40B4-BE49-F238E27FC236}">
                <a16:creationId xmlns:a16="http://schemas.microsoft.com/office/drawing/2014/main" id="{BE71E789-8B20-FB2E-0F4F-D3C62783C6F8}"/>
              </a:ext>
            </a:extLst>
          </p:cNvPr>
          <p:cNvGrpSpPr/>
          <p:nvPr/>
        </p:nvGrpSpPr>
        <p:grpSpPr>
          <a:xfrm>
            <a:off x="-541579" y="2694062"/>
            <a:ext cx="1570279" cy="1570279"/>
            <a:chOff x="0" y="0"/>
            <a:chExt cx="812800" cy="812800"/>
          </a:xfrm>
        </p:grpSpPr>
        <p:sp>
          <p:nvSpPr>
            <p:cNvPr id="48" name="Freeform 48">
              <a:extLst>
                <a:ext uri="{FF2B5EF4-FFF2-40B4-BE49-F238E27FC236}">
                  <a16:creationId xmlns:a16="http://schemas.microsoft.com/office/drawing/2014/main" id="{FA9246DA-4B12-26A3-CBC0-32AB8E82B8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9" name="TextBox 49">
              <a:extLst>
                <a:ext uri="{FF2B5EF4-FFF2-40B4-BE49-F238E27FC236}">
                  <a16:creationId xmlns:a16="http://schemas.microsoft.com/office/drawing/2014/main" id="{CDF8DFF2-27CB-21E7-120C-15683A3CE01C}"/>
                </a:ext>
              </a:extLst>
            </p:cNvPr>
            <p:cNvSpPr txBox="1"/>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50" name="Group 50">
            <a:extLst>
              <a:ext uri="{FF2B5EF4-FFF2-40B4-BE49-F238E27FC236}">
                <a16:creationId xmlns:a16="http://schemas.microsoft.com/office/drawing/2014/main" id="{251A5D02-CC44-33A2-3470-BA6B6E857FA1}"/>
              </a:ext>
            </a:extLst>
          </p:cNvPr>
          <p:cNvGrpSpPr/>
          <p:nvPr/>
        </p:nvGrpSpPr>
        <p:grpSpPr>
          <a:xfrm>
            <a:off x="17259300" y="7968920"/>
            <a:ext cx="1570279" cy="1570279"/>
            <a:chOff x="0" y="0"/>
            <a:chExt cx="812800" cy="812800"/>
          </a:xfrm>
        </p:grpSpPr>
        <p:sp>
          <p:nvSpPr>
            <p:cNvPr id="51" name="Freeform 51">
              <a:extLst>
                <a:ext uri="{FF2B5EF4-FFF2-40B4-BE49-F238E27FC236}">
                  <a16:creationId xmlns:a16="http://schemas.microsoft.com/office/drawing/2014/main" id="{1C9A46E3-7107-0F01-AA2A-9808B132E3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52" name="TextBox 52">
              <a:extLst>
                <a:ext uri="{FF2B5EF4-FFF2-40B4-BE49-F238E27FC236}">
                  <a16:creationId xmlns:a16="http://schemas.microsoft.com/office/drawing/2014/main" id="{7D7A8946-FAF3-7C3A-04E9-3CAC5A9E5545}"/>
                </a:ext>
              </a:extLst>
            </p:cNvPr>
            <p:cNvSpPr txBox="1"/>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53" name="Group 52">
            <a:extLst>
              <a:ext uri="{FF2B5EF4-FFF2-40B4-BE49-F238E27FC236}">
                <a16:creationId xmlns:a16="http://schemas.microsoft.com/office/drawing/2014/main" id="{F71AB116-58E2-55E2-1F84-EA0E64D8824A}"/>
              </a:ext>
            </a:extLst>
          </p:cNvPr>
          <p:cNvGrpSpPr/>
          <p:nvPr/>
        </p:nvGrpSpPr>
        <p:grpSpPr>
          <a:xfrm>
            <a:off x="741592" y="609495"/>
            <a:ext cx="16804816" cy="838409"/>
            <a:chOff x="741592" y="609495"/>
            <a:chExt cx="16804816" cy="838409"/>
          </a:xfrm>
        </p:grpSpPr>
        <p:grpSp>
          <p:nvGrpSpPr>
            <p:cNvPr id="6" name="Group 6">
              <a:extLst>
                <a:ext uri="{FF2B5EF4-FFF2-40B4-BE49-F238E27FC236}">
                  <a16:creationId xmlns:a16="http://schemas.microsoft.com/office/drawing/2014/main" id="{927EBE67-5A7E-F692-14E4-A19151588FFF}"/>
                </a:ext>
              </a:extLst>
            </p:cNvPr>
            <p:cNvGrpSpPr>
              <a:grpSpLocks/>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50CCDFDB-D8EF-D29E-DC8F-CACAB547F949}"/>
                  </a:ext>
                </a:extLst>
              </p:cNvPr>
              <p:cNvSpPr>
                <a:spLocks/>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a:p>
            </p:txBody>
          </p:sp>
          <p:sp>
            <p:nvSpPr>
              <p:cNvPr id="8" name="TextBox 8">
                <a:extLst>
                  <a:ext uri="{FF2B5EF4-FFF2-40B4-BE49-F238E27FC236}">
                    <a16:creationId xmlns:a16="http://schemas.microsoft.com/office/drawing/2014/main" id="{CCD0AB38-487D-1AEF-927D-471358E97573}"/>
                  </a:ext>
                </a:extLst>
              </p:cNvPr>
              <p:cNvSpPr txBox="1">
                <a:spLocks/>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30" name="TextBox 30">
              <a:extLst>
                <a:ext uri="{FF2B5EF4-FFF2-40B4-BE49-F238E27FC236}">
                  <a16:creationId xmlns:a16="http://schemas.microsoft.com/office/drawing/2014/main" id="{697213E1-8992-4AD3-3061-91A724F36C54}"/>
                </a:ext>
              </a:extLst>
            </p:cNvPr>
            <p:cNvSpPr txBox="1">
              <a:spLocks/>
            </p:cNvSpPr>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a:solidFill>
                    <a:srgbClr val="CB43D6"/>
                  </a:solidFill>
                  <a:latin typeface="TT Chocolates Bold"/>
                  <a:ea typeface="TT Chocolates Bold"/>
                  <a:cs typeface="TT Chocolates Bold"/>
                  <a:sym typeface="TT Chocolates Bold"/>
                </a:rPr>
                <a:t>HOME</a:t>
              </a:r>
            </a:p>
          </p:txBody>
        </p:sp>
        <p:sp>
          <p:nvSpPr>
            <p:cNvPr id="31" name="TextBox 31">
              <a:extLst>
                <a:ext uri="{FF2B5EF4-FFF2-40B4-BE49-F238E27FC236}">
                  <a16:creationId xmlns:a16="http://schemas.microsoft.com/office/drawing/2014/main" id="{6AD27522-1EEF-A052-8E2B-909F32D51B20}"/>
                </a:ext>
              </a:extLst>
            </p:cNvPr>
            <p:cNvSpPr txBox="1">
              <a:spLocks/>
            </p:cNvSpPr>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32" name="TextBox 32">
              <a:extLst>
                <a:ext uri="{FF2B5EF4-FFF2-40B4-BE49-F238E27FC236}">
                  <a16:creationId xmlns:a16="http://schemas.microsoft.com/office/drawing/2014/main" id="{EA56673D-C28A-2A69-9A2C-69013AD9C7E4}"/>
                </a:ext>
              </a:extLst>
            </p:cNvPr>
            <p:cNvSpPr txBox="1">
              <a:spLocks/>
            </p:cNvSpPr>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33" name="TextBox 33">
              <a:extLst>
                <a:ext uri="{FF2B5EF4-FFF2-40B4-BE49-F238E27FC236}">
                  <a16:creationId xmlns:a16="http://schemas.microsoft.com/office/drawing/2014/main" id="{705163A1-13C2-EB41-A996-378E56AA8A37}"/>
                </a:ext>
              </a:extLst>
            </p:cNvPr>
            <p:cNvSpPr txBox="1"/>
            <p:nvPr/>
          </p:nvSpPr>
          <p:spPr>
            <a:xfrm>
              <a:off x="1665241" y="934085"/>
              <a:ext cx="2050780" cy="246380"/>
            </a:xfrm>
            <a:prstGeom prst="rect">
              <a:avLst/>
            </a:prstGeom>
          </p:spPr>
          <p:txBody>
            <a:bodyPr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PROBLEM</a:t>
              </a:r>
            </a:p>
          </p:txBody>
        </p:sp>
      </p:grpSp>
    </p:spTree>
    <p:extLst>
      <p:ext uri="{BB962C8B-B14F-4D97-AF65-F5344CB8AC3E}">
        <p14:creationId xmlns:p14="http://schemas.microsoft.com/office/powerpoint/2010/main" val="2767982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1000"/>
                                        <p:tgtEl>
                                          <p:spTgt spid="38"/>
                                        </p:tgtEl>
                                      </p:cBhvr>
                                    </p:animEffect>
                                    <p:anim calcmode="lin" valueType="num">
                                      <p:cBhvr>
                                        <p:cTn id="27" dur="1000" fill="hold"/>
                                        <p:tgtEl>
                                          <p:spTgt spid="38"/>
                                        </p:tgtEl>
                                        <p:attrNameLst>
                                          <p:attrName>ppt_x</p:attrName>
                                        </p:attrNameLst>
                                      </p:cBhvr>
                                      <p:tavLst>
                                        <p:tav tm="0">
                                          <p:val>
                                            <p:strVal val="#ppt_x"/>
                                          </p:val>
                                        </p:tav>
                                        <p:tav tm="100000">
                                          <p:val>
                                            <p:strVal val="#ppt_x"/>
                                          </p:val>
                                        </p:tav>
                                      </p:tavLst>
                                    </p:anim>
                                    <p:anim calcmode="lin" valueType="num">
                                      <p:cBhvr>
                                        <p:cTn id="28" dur="1000" fill="hold"/>
                                        <p:tgtEl>
                                          <p:spTgt spid="3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00"/>
                                        <p:tgtEl>
                                          <p:spTgt spid="37"/>
                                        </p:tgtEl>
                                      </p:cBhvr>
                                    </p:animEffect>
                                    <p:anim calcmode="lin" valueType="num">
                                      <p:cBhvr>
                                        <p:cTn id="32" dur="1000" fill="hold"/>
                                        <p:tgtEl>
                                          <p:spTgt spid="37"/>
                                        </p:tgtEl>
                                        <p:attrNameLst>
                                          <p:attrName>ppt_x</p:attrName>
                                        </p:attrNameLst>
                                      </p:cBhvr>
                                      <p:tavLst>
                                        <p:tav tm="0">
                                          <p:val>
                                            <p:strVal val="#ppt_x"/>
                                          </p:val>
                                        </p:tav>
                                        <p:tav tm="100000">
                                          <p:val>
                                            <p:strVal val="#ppt_x"/>
                                          </p:val>
                                        </p:tav>
                                      </p:tavLst>
                                    </p:anim>
                                    <p:anim calcmode="lin" valueType="num">
                                      <p:cBhvr>
                                        <p:cTn id="33" dur="1000" fill="hold"/>
                                        <p:tgtEl>
                                          <p:spTgt spid="37"/>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1000"/>
                                        <p:tgtEl>
                                          <p:spTgt spid="26"/>
                                        </p:tgtEl>
                                      </p:cBhvr>
                                    </p:animEffect>
                                    <p:anim calcmode="lin" valueType="num">
                                      <p:cBhvr>
                                        <p:cTn id="49" dur="1000" fill="hold"/>
                                        <p:tgtEl>
                                          <p:spTgt spid="26"/>
                                        </p:tgtEl>
                                        <p:attrNameLst>
                                          <p:attrName>ppt_x</p:attrName>
                                        </p:attrNameLst>
                                      </p:cBhvr>
                                      <p:tavLst>
                                        <p:tav tm="0">
                                          <p:val>
                                            <p:strVal val="#ppt_x"/>
                                          </p:val>
                                        </p:tav>
                                        <p:tav tm="100000">
                                          <p:val>
                                            <p:strVal val="#ppt_x"/>
                                          </p:val>
                                        </p:tav>
                                      </p:tavLst>
                                    </p:anim>
                                    <p:anim calcmode="lin" valueType="num">
                                      <p:cBhvr>
                                        <p:cTn id="50" dur="1000" fill="hold"/>
                                        <p:tgtEl>
                                          <p:spTgt spid="26"/>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1000"/>
                                        <p:tgtEl>
                                          <p:spTgt spid="39"/>
                                        </p:tgtEl>
                                      </p:cBhvr>
                                    </p:animEffect>
                                    <p:anim calcmode="lin" valueType="num">
                                      <p:cBhvr>
                                        <p:cTn id="54" dur="1000" fill="hold"/>
                                        <p:tgtEl>
                                          <p:spTgt spid="39"/>
                                        </p:tgtEl>
                                        <p:attrNameLst>
                                          <p:attrName>ppt_x</p:attrName>
                                        </p:attrNameLst>
                                      </p:cBhvr>
                                      <p:tavLst>
                                        <p:tav tm="0">
                                          <p:val>
                                            <p:strVal val="#ppt_x"/>
                                          </p:val>
                                        </p:tav>
                                        <p:tav tm="100000">
                                          <p:val>
                                            <p:strVal val="#ppt_x"/>
                                          </p:val>
                                        </p:tav>
                                      </p:tavLst>
                                    </p:anim>
                                    <p:anim calcmode="lin" valueType="num">
                                      <p:cBhvr>
                                        <p:cTn id="55" dur="1000" fill="hold"/>
                                        <p:tgtEl>
                                          <p:spTgt spid="39"/>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1000"/>
                                        <p:tgtEl>
                                          <p:spTgt spid="40"/>
                                        </p:tgtEl>
                                      </p:cBhvr>
                                    </p:animEffect>
                                    <p:anim calcmode="lin" valueType="num">
                                      <p:cBhvr>
                                        <p:cTn id="59" dur="1000" fill="hold"/>
                                        <p:tgtEl>
                                          <p:spTgt spid="40"/>
                                        </p:tgtEl>
                                        <p:attrNameLst>
                                          <p:attrName>ppt_x</p:attrName>
                                        </p:attrNameLst>
                                      </p:cBhvr>
                                      <p:tavLst>
                                        <p:tav tm="0">
                                          <p:val>
                                            <p:strVal val="#ppt_x"/>
                                          </p:val>
                                        </p:tav>
                                        <p:tav tm="100000">
                                          <p:val>
                                            <p:strVal val="#ppt_x"/>
                                          </p:val>
                                        </p:tav>
                                      </p:tavLst>
                                    </p:anim>
                                    <p:anim calcmode="lin" valueType="num">
                                      <p:cBhvr>
                                        <p:cTn id="6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1000"/>
                                        <p:tgtEl>
                                          <p:spTgt spid="16"/>
                                        </p:tgtEl>
                                      </p:cBhvr>
                                    </p:animEffect>
                                    <p:anim calcmode="lin" valueType="num">
                                      <p:cBhvr>
                                        <p:cTn id="66" dur="1000" fill="hold"/>
                                        <p:tgtEl>
                                          <p:spTgt spid="16"/>
                                        </p:tgtEl>
                                        <p:attrNameLst>
                                          <p:attrName>ppt_x</p:attrName>
                                        </p:attrNameLst>
                                      </p:cBhvr>
                                      <p:tavLst>
                                        <p:tav tm="0">
                                          <p:val>
                                            <p:strVal val="#ppt_x"/>
                                          </p:val>
                                        </p:tav>
                                        <p:tav tm="100000">
                                          <p:val>
                                            <p:strVal val="#ppt_x"/>
                                          </p:val>
                                        </p:tav>
                                      </p:tavLst>
                                    </p:anim>
                                    <p:anim calcmode="lin" valueType="num">
                                      <p:cBhvr>
                                        <p:cTn id="67" dur="10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1000"/>
                                        <p:tgtEl>
                                          <p:spTgt spid="27"/>
                                        </p:tgtEl>
                                      </p:cBhvr>
                                    </p:animEffect>
                                    <p:anim calcmode="lin" valueType="num">
                                      <p:cBhvr>
                                        <p:cTn id="71" dur="1000" fill="hold"/>
                                        <p:tgtEl>
                                          <p:spTgt spid="27"/>
                                        </p:tgtEl>
                                        <p:attrNameLst>
                                          <p:attrName>ppt_x</p:attrName>
                                        </p:attrNameLst>
                                      </p:cBhvr>
                                      <p:tavLst>
                                        <p:tav tm="0">
                                          <p:val>
                                            <p:strVal val="#ppt_x"/>
                                          </p:val>
                                        </p:tav>
                                        <p:tav tm="100000">
                                          <p:val>
                                            <p:strVal val="#ppt_x"/>
                                          </p:val>
                                        </p:tav>
                                      </p:tavLst>
                                    </p:anim>
                                    <p:anim calcmode="lin" valueType="num">
                                      <p:cBhvr>
                                        <p:cTn id="72" dur="1000" fill="hold"/>
                                        <p:tgtEl>
                                          <p:spTgt spid="2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1000"/>
                                        <p:tgtEl>
                                          <p:spTgt spid="42"/>
                                        </p:tgtEl>
                                      </p:cBhvr>
                                    </p:animEffect>
                                    <p:anim calcmode="lin" valueType="num">
                                      <p:cBhvr>
                                        <p:cTn id="76" dur="1000" fill="hold"/>
                                        <p:tgtEl>
                                          <p:spTgt spid="42"/>
                                        </p:tgtEl>
                                        <p:attrNameLst>
                                          <p:attrName>ppt_x</p:attrName>
                                        </p:attrNameLst>
                                      </p:cBhvr>
                                      <p:tavLst>
                                        <p:tav tm="0">
                                          <p:val>
                                            <p:strVal val="#ppt_x"/>
                                          </p:val>
                                        </p:tav>
                                        <p:tav tm="100000">
                                          <p:val>
                                            <p:strVal val="#ppt_x"/>
                                          </p:val>
                                        </p:tav>
                                      </p:tavLst>
                                    </p:anim>
                                    <p:anim calcmode="lin" valueType="num">
                                      <p:cBhvr>
                                        <p:cTn id="77" dur="1000" fill="hold"/>
                                        <p:tgtEl>
                                          <p:spTgt spid="42"/>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1000"/>
                                        <p:tgtEl>
                                          <p:spTgt spid="41"/>
                                        </p:tgtEl>
                                      </p:cBhvr>
                                    </p:animEffect>
                                    <p:anim calcmode="lin" valueType="num">
                                      <p:cBhvr>
                                        <p:cTn id="81" dur="1000" fill="hold"/>
                                        <p:tgtEl>
                                          <p:spTgt spid="41"/>
                                        </p:tgtEl>
                                        <p:attrNameLst>
                                          <p:attrName>ppt_x</p:attrName>
                                        </p:attrNameLst>
                                      </p:cBhvr>
                                      <p:tavLst>
                                        <p:tav tm="0">
                                          <p:val>
                                            <p:strVal val="#ppt_x"/>
                                          </p:val>
                                        </p:tav>
                                        <p:tav tm="100000">
                                          <p:val>
                                            <p:strVal val="#ppt_x"/>
                                          </p:val>
                                        </p:tav>
                                      </p:tavLst>
                                    </p:anim>
                                    <p:anim calcmode="lin" valueType="num">
                                      <p:cBhvr>
                                        <p:cTn id="82"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1000"/>
                                        <p:tgtEl>
                                          <p:spTgt spid="19"/>
                                        </p:tgtEl>
                                      </p:cBhvr>
                                    </p:animEffect>
                                    <p:anim calcmode="lin" valueType="num">
                                      <p:cBhvr>
                                        <p:cTn id="88" dur="1000" fill="hold"/>
                                        <p:tgtEl>
                                          <p:spTgt spid="19"/>
                                        </p:tgtEl>
                                        <p:attrNameLst>
                                          <p:attrName>ppt_x</p:attrName>
                                        </p:attrNameLst>
                                      </p:cBhvr>
                                      <p:tavLst>
                                        <p:tav tm="0">
                                          <p:val>
                                            <p:strVal val="#ppt_x"/>
                                          </p:val>
                                        </p:tav>
                                        <p:tav tm="100000">
                                          <p:val>
                                            <p:strVal val="#ppt_x"/>
                                          </p:val>
                                        </p:tav>
                                      </p:tavLst>
                                    </p:anim>
                                    <p:anim calcmode="lin" valueType="num">
                                      <p:cBhvr>
                                        <p:cTn id="89" dur="10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1000"/>
                                        <p:tgtEl>
                                          <p:spTgt spid="28"/>
                                        </p:tgtEl>
                                      </p:cBhvr>
                                    </p:animEffect>
                                    <p:anim calcmode="lin" valueType="num">
                                      <p:cBhvr>
                                        <p:cTn id="93" dur="1000" fill="hold"/>
                                        <p:tgtEl>
                                          <p:spTgt spid="28"/>
                                        </p:tgtEl>
                                        <p:attrNameLst>
                                          <p:attrName>ppt_x</p:attrName>
                                        </p:attrNameLst>
                                      </p:cBhvr>
                                      <p:tavLst>
                                        <p:tav tm="0">
                                          <p:val>
                                            <p:strVal val="#ppt_x"/>
                                          </p:val>
                                        </p:tav>
                                        <p:tav tm="100000">
                                          <p:val>
                                            <p:strVal val="#ppt_x"/>
                                          </p:val>
                                        </p:tav>
                                      </p:tavLst>
                                    </p:anim>
                                    <p:anim calcmode="lin" valueType="num">
                                      <p:cBhvr>
                                        <p:cTn id="94" dur="1000" fill="hold"/>
                                        <p:tgtEl>
                                          <p:spTgt spid="2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1000"/>
                                        <p:tgtEl>
                                          <p:spTgt spid="44"/>
                                        </p:tgtEl>
                                      </p:cBhvr>
                                    </p:animEffect>
                                    <p:anim calcmode="lin" valueType="num">
                                      <p:cBhvr>
                                        <p:cTn id="98" dur="1000" fill="hold"/>
                                        <p:tgtEl>
                                          <p:spTgt spid="44"/>
                                        </p:tgtEl>
                                        <p:attrNameLst>
                                          <p:attrName>ppt_x</p:attrName>
                                        </p:attrNameLst>
                                      </p:cBhvr>
                                      <p:tavLst>
                                        <p:tav tm="0">
                                          <p:val>
                                            <p:strVal val="#ppt_x"/>
                                          </p:val>
                                        </p:tav>
                                        <p:tav tm="100000">
                                          <p:val>
                                            <p:strVal val="#ppt_x"/>
                                          </p:val>
                                        </p:tav>
                                      </p:tavLst>
                                    </p:anim>
                                    <p:anim calcmode="lin" valueType="num">
                                      <p:cBhvr>
                                        <p:cTn id="99" dur="1000" fill="hold"/>
                                        <p:tgtEl>
                                          <p:spTgt spid="44"/>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1000"/>
                                        <p:tgtEl>
                                          <p:spTgt spid="43"/>
                                        </p:tgtEl>
                                      </p:cBhvr>
                                    </p:animEffect>
                                    <p:anim calcmode="lin" valueType="num">
                                      <p:cBhvr>
                                        <p:cTn id="103" dur="1000" fill="hold"/>
                                        <p:tgtEl>
                                          <p:spTgt spid="43"/>
                                        </p:tgtEl>
                                        <p:attrNameLst>
                                          <p:attrName>ppt_x</p:attrName>
                                        </p:attrNameLst>
                                      </p:cBhvr>
                                      <p:tavLst>
                                        <p:tav tm="0">
                                          <p:val>
                                            <p:strVal val="#ppt_x"/>
                                          </p:val>
                                        </p:tav>
                                        <p:tav tm="100000">
                                          <p:val>
                                            <p:strVal val="#ppt_x"/>
                                          </p:val>
                                        </p:tav>
                                      </p:tavLst>
                                    </p:anim>
                                    <p:anim calcmode="lin" valueType="num">
                                      <p:cBhvr>
                                        <p:cTn id="10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1000"/>
                                        <p:tgtEl>
                                          <p:spTgt spid="22"/>
                                        </p:tgtEl>
                                      </p:cBhvr>
                                    </p:animEffect>
                                    <p:anim calcmode="lin" valueType="num">
                                      <p:cBhvr>
                                        <p:cTn id="110" dur="1000" fill="hold"/>
                                        <p:tgtEl>
                                          <p:spTgt spid="22"/>
                                        </p:tgtEl>
                                        <p:attrNameLst>
                                          <p:attrName>ppt_x</p:attrName>
                                        </p:attrNameLst>
                                      </p:cBhvr>
                                      <p:tavLst>
                                        <p:tav tm="0">
                                          <p:val>
                                            <p:strVal val="#ppt_x"/>
                                          </p:val>
                                        </p:tav>
                                        <p:tav tm="100000">
                                          <p:val>
                                            <p:strVal val="#ppt_x"/>
                                          </p:val>
                                        </p:tav>
                                      </p:tavLst>
                                    </p:anim>
                                    <p:anim calcmode="lin" valueType="num">
                                      <p:cBhvr>
                                        <p:cTn id="111" dur="1000" fill="hold"/>
                                        <p:tgtEl>
                                          <p:spTgt spid="22"/>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1000"/>
                                        <p:tgtEl>
                                          <p:spTgt spid="29"/>
                                        </p:tgtEl>
                                      </p:cBhvr>
                                    </p:animEffect>
                                    <p:anim calcmode="lin" valueType="num">
                                      <p:cBhvr>
                                        <p:cTn id="115" dur="1000" fill="hold"/>
                                        <p:tgtEl>
                                          <p:spTgt spid="29"/>
                                        </p:tgtEl>
                                        <p:attrNameLst>
                                          <p:attrName>ppt_x</p:attrName>
                                        </p:attrNameLst>
                                      </p:cBhvr>
                                      <p:tavLst>
                                        <p:tav tm="0">
                                          <p:val>
                                            <p:strVal val="#ppt_x"/>
                                          </p:val>
                                        </p:tav>
                                        <p:tav tm="100000">
                                          <p:val>
                                            <p:strVal val="#ppt_x"/>
                                          </p:val>
                                        </p:tav>
                                      </p:tavLst>
                                    </p:anim>
                                    <p:anim calcmode="lin" valueType="num">
                                      <p:cBhvr>
                                        <p:cTn id="116" dur="1000" fill="hold"/>
                                        <p:tgtEl>
                                          <p:spTgt spid="29"/>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1000"/>
                                        <p:tgtEl>
                                          <p:spTgt spid="46"/>
                                        </p:tgtEl>
                                      </p:cBhvr>
                                    </p:animEffect>
                                    <p:anim calcmode="lin" valueType="num">
                                      <p:cBhvr>
                                        <p:cTn id="120" dur="1000" fill="hold"/>
                                        <p:tgtEl>
                                          <p:spTgt spid="46"/>
                                        </p:tgtEl>
                                        <p:attrNameLst>
                                          <p:attrName>ppt_x</p:attrName>
                                        </p:attrNameLst>
                                      </p:cBhvr>
                                      <p:tavLst>
                                        <p:tav tm="0">
                                          <p:val>
                                            <p:strVal val="#ppt_x"/>
                                          </p:val>
                                        </p:tav>
                                        <p:tav tm="100000">
                                          <p:val>
                                            <p:strVal val="#ppt_x"/>
                                          </p:val>
                                        </p:tav>
                                      </p:tavLst>
                                    </p:anim>
                                    <p:anim calcmode="lin" valueType="num">
                                      <p:cBhvr>
                                        <p:cTn id="121" dur="1000" fill="hold"/>
                                        <p:tgtEl>
                                          <p:spTgt spid="46"/>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1000"/>
                                        <p:tgtEl>
                                          <p:spTgt spid="45"/>
                                        </p:tgtEl>
                                      </p:cBhvr>
                                    </p:animEffect>
                                    <p:anim calcmode="lin" valueType="num">
                                      <p:cBhvr>
                                        <p:cTn id="125" dur="1000" fill="hold"/>
                                        <p:tgtEl>
                                          <p:spTgt spid="45"/>
                                        </p:tgtEl>
                                        <p:attrNameLst>
                                          <p:attrName>ppt_x</p:attrName>
                                        </p:attrNameLst>
                                      </p:cBhvr>
                                      <p:tavLst>
                                        <p:tav tm="0">
                                          <p:val>
                                            <p:strVal val="#ppt_x"/>
                                          </p:val>
                                        </p:tav>
                                        <p:tav tm="100000">
                                          <p:val>
                                            <p:strVal val="#ppt_x"/>
                                          </p:val>
                                        </p:tav>
                                      </p:tavLst>
                                    </p:anim>
                                    <p:anim calcmode="lin" valueType="num">
                                      <p:cBhvr>
                                        <p:cTn id="12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4" grpId="0"/>
      <p:bldP spid="35" grpId="0"/>
      <p:bldP spid="36" grpId="0"/>
      <p:bldP spid="37" grpId="0"/>
      <p:bldP spid="38" grpId="0"/>
      <p:bldP spid="39" grpId="0"/>
      <p:bldP spid="40" grpId="0"/>
      <p:bldP spid="41" grpId="0"/>
      <p:bldP spid="42" grpId="0"/>
      <p:bldP spid="43" grpId="0"/>
      <p:bldP spid="44" grpId="0"/>
      <p:bldP spid="45" grpId="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578766" y="-260507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a:spLocks/>
          </p:cNvSpPr>
          <p:nvPr/>
        </p:nvSpPr>
        <p:spPr>
          <a:xfrm>
            <a:off x="-4038600" y="506200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a:spLocks noGrp="1" noRot="1" noMove="1" noResize="1" noEditPoints="1" noAdjustHandles="1" noChangeArrowheads="1" noChangeShapeType="1"/>
          </p:cNvSpPr>
          <p:nvPr/>
        </p:nvSpPr>
        <p:spPr>
          <a:xfrm>
            <a:off x="-1958209" y="-2864618"/>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p:cNvGrpSpPr>
            <a:grpSpLocks noGrp="1" noUngrp="1" noRot="1" noMove="1" noResize="1"/>
          </p:cNvGrpSpPr>
          <p:nvPr/>
        </p:nvGrpSpPr>
        <p:grpSpPr>
          <a:xfrm>
            <a:off x="741592" y="609495"/>
            <a:ext cx="16804816" cy="838409"/>
            <a:chOff x="0" y="0"/>
            <a:chExt cx="8145755" cy="406400"/>
          </a:xfrm>
        </p:grpSpPr>
        <p:sp>
          <p:nvSpPr>
            <p:cNvPr id="7" name="Freeform 7"/>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a:solidFill>
                  <a:srgbClr val="CB43D6"/>
                </a:solidFill>
                <a:latin typeface="TT Chocolates Bold"/>
                <a:ea typeface="TT Chocolates Bold"/>
                <a:cs typeface="TT Chocolates Bold"/>
                <a:sym typeface="TT Chocolates Bold"/>
              </a:rPr>
              <a:t>HOME</a:t>
            </a:r>
          </a:p>
        </p:txBody>
      </p:sp>
      <p:sp>
        <p:nvSpPr>
          <p:cNvPr id="27" name="TextBox 27"/>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p:cNvSpPr txBox="1"/>
          <p:nvPr/>
        </p:nvSpPr>
        <p:spPr>
          <a:xfrm>
            <a:off x="1665241" y="934086"/>
            <a:ext cx="2858270" cy="246380"/>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ML MODEL CREATION</a:t>
            </a:r>
          </a:p>
        </p:txBody>
      </p:sp>
      <p:grpSp>
        <p:nvGrpSpPr>
          <p:cNvPr id="40" name="Group 40"/>
          <p:cNvGrpSpPr>
            <a:grpSpLocks/>
          </p:cNvGrpSpPr>
          <p:nvPr/>
        </p:nvGrpSpPr>
        <p:grpSpPr>
          <a:xfrm>
            <a:off x="-407281" y="9032386"/>
            <a:ext cx="1570279" cy="1570279"/>
            <a:chOff x="0" y="0"/>
            <a:chExt cx="812800" cy="812800"/>
          </a:xfrm>
        </p:grpSpPr>
        <p:sp>
          <p:nvSpPr>
            <p:cNvPr id="41" name="Freeform 41"/>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43" name="Group 43"/>
          <p:cNvGrpSpPr>
            <a:grpSpLocks noGrp="1" noUngrp="1" noRot="1" noMove="1" noResize="1"/>
          </p:cNvGrpSpPr>
          <p:nvPr/>
        </p:nvGrpSpPr>
        <p:grpSpPr>
          <a:xfrm>
            <a:off x="17259300" y="2636110"/>
            <a:ext cx="1570279" cy="1570279"/>
            <a:chOff x="0" y="0"/>
            <a:chExt cx="812800" cy="812800"/>
          </a:xfrm>
        </p:grpSpPr>
        <p:sp>
          <p:nvSpPr>
            <p:cNvPr id="44" name="Freeform 44"/>
            <p:cNvSpPr>
              <a:spLocks noGrp="1" noRot="1" noMove="1" noResize="1" noEditPoints="1" noAdjustHandles="1" noChangeArrowheads="1" noChangeShapeType="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p:cNvSpPr txBox="1">
              <a:spLocks noGrp="1" noRot="1" noMove="1" noResize="1" noEditPoints="1" noAdjustHandles="1" noChangeArrowheads="1" noChangeShapeType="1"/>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aphicFrame>
        <p:nvGraphicFramePr>
          <p:cNvPr id="47" name="Diagram 46">
            <a:extLst>
              <a:ext uri="{FF2B5EF4-FFF2-40B4-BE49-F238E27FC236}">
                <a16:creationId xmlns:a16="http://schemas.microsoft.com/office/drawing/2014/main" id="{B0FE0AFB-2C3D-9AB6-C5FD-0DE4C5EB15A9}"/>
              </a:ext>
            </a:extLst>
          </p:cNvPr>
          <p:cNvGraphicFramePr>
            <a:graphicFrameLocks/>
          </p:cNvGraphicFramePr>
          <p:nvPr>
            <p:extLst>
              <p:ext uri="{D42A27DB-BD31-4B8C-83A1-F6EECF244321}">
                <p14:modId xmlns:p14="http://schemas.microsoft.com/office/powerpoint/2010/main" val="3401587306"/>
              </p:ext>
            </p:extLst>
          </p:nvPr>
        </p:nvGraphicFramePr>
        <p:xfrm>
          <a:off x="-166326" y="5372100"/>
          <a:ext cx="18076467" cy="494796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55" name="Group 54">
            <a:extLst>
              <a:ext uri="{FF2B5EF4-FFF2-40B4-BE49-F238E27FC236}">
                <a16:creationId xmlns:a16="http://schemas.microsoft.com/office/drawing/2014/main" id="{BA5C7D51-2760-AC64-105B-00E8DB0AA479}"/>
              </a:ext>
            </a:extLst>
          </p:cNvPr>
          <p:cNvGrpSpPr/>
          <p:nvPr/>
        </p:nvGrpSpPr>
        <p:grpSpPr>
          <a:xfrm>
            <a:off x="3376497" y="2122799"/>
            <a:ext cx="11535006" cy="2324564"/>
            <a:chOff x="3886200" y="2122799"/>
            <a:chExt cx="11535006" cy="2324564"/>
          </a:xfrm>
        </p:grpSpPr>
        <p:sp>
          <p:nvSpPr>
            <p:cNvPr id="52" name="TextBox 12">
              <a:extLst>
                <a:ext uri="{FF2B5EF4-FFF2-40B4-BE49-F238E27FC236}">
                  <a16:creationId xmlns:a16="http://schemas.microsoft.com/office/drawing/2014/main" id="{79D4313B-004B-A4DE-5490-2394C47C13A6}"/>
                </a:ext>
              </a:extLst>
            </p:cNvPr>
            <p:cNvSpPr txBox="1"/>
            <p:nvPr/>
          </p:nvSpPr>
          <p:spPr>
            <a:xfrm>
              <a:off x="3886200" y="2122799"/>
              <a:ext cx="11535006" cy="2324564"/>
            </a:xfrm>
            <a:prstGeom prst="rect">
              <a:avLst/>
            </a:prstGeom>
            <a:ln>
              <a:solidFill>
                <a:srgbClr val="E93CB0"/>
              </a:solidFill>
            </a:ln>
          </p:spPr>
          <p:txBody>
            <a:bodyPr lIns="50800" tIns="50800" rIns="50800" bIns="50800" rtlCol="0" anchor="ctr"/>
            <a:lstStyle/>
            <a:p>
              <a:pPr algn="ctr">
                <a:lnSpc>
                  <a:spcPts val="1660"/>
                </a:lnSpc>
              </a:pPr>
              <a:endParaRPr/>
            </a:p>
          </p:txBody>
        </p:sp>
        <p:sp>
          <p:nvSpPr>
            <p:cNvPr id="54" name="TextBox 53">
              <a:extLst>
                <a:ext uri="{FF2B5EF4-FFF2-40B4-BE49-F238E27FC236}">
                  <a16:creationId xmlns:a16="http://schemas.microsoft.com/office/drawing/2014/main" id="{14B4FA29-54D2-B2AA-5CC8-0057FF7BA2C5}"/>
                </a:ext>
              </a:extLst>
            </p:cNvPr>
            <p:cNvSpPr txBox="1"/>
            <p:nvPr/>
          </p:nvSpPr>
          <p:spPr>
            <a:xfrm>
              <a:off x="4033414" y="2426395"/>
              <a:ext cx="11240578" cy="1685077"/>
            </a:xfrm>
            <a:prstGeom prst="rect">
              <a:avLst/>
            </a:prstGeom>
            <a:noFill/>
          </p:spPr>
          <p:txBody>
            <a:bodyPr wrap="none" rtlCol="0">
              <a:spAutoFit/>
            </a:bodyPr>
            <a:lstStyle/>
            <a:p>
              <a:pPr algn="ctr">
                <a:lnSpc>
                  <a:spcPct val="150000"/>
                </a:lnSpc>
              </a:pPr>
              <a:r>
                <a:rPr lang="en-US" sz="3600" dirty="0">
                  <a:solidFill>
                    <a:srgbClr val="FFFBF7"/>
                  </a:solidFill>
                  <a:latin typeface="TT Chocolates"/>
                </a:rPr>
                <a:t>Our Model will detect only if the size is attacked or not so</a:t>
              </a:r>
            </a:p>
            <a:p>
              <a:pPr algn="ctr">
                <a:lnSpc>
                  <a:spcPct val="150000"/>
                </a:lnSpc>
              </a:pPr>
              <a:r>
                <a:rPr lang="en-US" sz="3600" dirty="0">
                  <a:solidFill>
                    <a:srgbClr val="FFFBF7"/>
                  </a:solidFill>
                  <a:latin typeface="TT Chocolates"/>
                </a:rPr>
                <a:t> we will create a binary classification model</a:t>
              </a:r>
            </a:p>
          </p:txBody>
        </p:sp>
      </p:grpSp>
      <p:grpSp>
        <p:nvGrpSpPr>
          <p:cNvPr id="10" name="Group 9">
            <a:extLst>
              <a:ext uri="{FF2B5EF4-FFF2-40B4-BE49-F238E27FC236}">
                <a16:creationId xmlns:a16="http://schemas.microsoft.com/office/drawing/2014/main" id="{843BD2CF-803D-613D-5C2F-7ACF403A95A9}"/>
              </a:ext>
            </a:extLst>
          </p:cNvPr>
          <p:cNvGrpSpPr/>
          <p:nvPr/>
        </p:nvGrpSpPr>
        <p:grpSpPr>
          <a:xfrm>
            <a:off x="6691959" y="4985347"/>
            <a:ext cx="4904082" cy="973962"/>
            <a:chOff x="6691959" y="4985347"/>
            <a:chExt cx="4904082" cy="973962"/>
          </a:xfrm>
        </p:grpSpPr>
        <p:sp>
          <p:nvSpPr>
            <p:cNvPr id="30" name="TextBox 30"/>
            <p:cNvSpPr txBox="1">
              <a:spLocks/>
            </p:cNvSpPr>
            <p:nvPr/>
          </p:nvSpPr>
          <p:spPr>
            <a:xfrm>
              <a:off x="6691959" y="4985347"/>
              <a:ext cx="4904081" cy="942566"/>
            </a:xfrm>
            <a:prstGeom prst="rect">
              <a:avLst/>
            </a:prstGeom>
          </p:spPr>
          <p:txBody>
            <a:bodyPr lIns="0" tIns="0" rIns="0" bIns="0" rtlCol="0" anchor="t">
              <a:spAutoFit/>
            </a:bodyPr>
            <a:lstStyle/>
            <a:p>
              <a:pPr marL="0" lvl="0" indent="0" algn="ctr">
                <a:lnSpc>
                  <a:spcPts val="6640"/>
                </a:lnSpc>
              </a:pPr>
              <a:r>
                <a:rPr lang="en-US" sz="8000" b="1" dirty="0">
                  <a:solidFill>
                    <a:srgbClr val="E93CB0"/>
                  </a:solidFill>
                  <a:latin typeface="TT Chocolates Bold"/>
                  <a:ea typeface="TT Chocolates Bold"/>
                  <a:cs typeface="TT Chocolates Bold"/>
                  <a:sym typeface="TT Chocolates Bold"/>
                </a:rPr>
                <a:t>STEPS</a:t>
              </a:r>
            </a:p>
          </p:txBody>
        </p:sp>
        <p:sp>
          <p:nvSpPr>
            <p:cNvPr id="9" name="AutoShape 9">
              <a:extLst>
                <a:ext uri="{FF2B5EF4-FFF2-40B4-BE49-F238E27FC236}">
                  <a16:creationId xmlns:a16="http://schemas.microsoft.com/office/drawing/2014/main" id="{7669815A-31AE-973B-05D8-E3FB54256B99}"/>
                </a:ext>
              </a:extLst>
            </p:cNvPr>
            <p:cNvSpPr/>
            <p:nvPr/>
          </p:nvSpPr>
          <p:spPr>
            <a:xfrm>
              <a:off x="6691960" y="5927913"/>
              <a:ext cx="4904081" cy="31396"/>
            </a:xfrm>
            <a:prstGeom prst="line">
              <a:avLst/>
            </a:prstGeom>
            <a:ln w="28575" cap="flat">
              <a:gradFill>
                <a:gsLst>
                  <a:gs pos="0">
                    <a:srgbClr val="9B40D1">
                      <a:alpha val="100000"/>
                    </a:srgbClr>
                  </a:gs>
                  <a:gs pos="100000">
                    <a:srgbClr val="FC35A5">
                      <a:alpha val="100000"/>
                    </a:srgbClr>
                  </a:gs>
                </a:gsLst>
                <a:lin ang="2700000"/>
              </a:gradFill>
              <a:prstDash val="solid"/>
              <a:headEnd type="none" w="sm" len="sm"/>
              <a:tailEnd type="none" w="sm" len="sm"/>
            </a:ln>
          </p:spPr>
          <p:txBody>
            <a:bodyPr/>
            <a:lstStyle/>
            <a:p>
              <a:endParaRPr 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7">
                                            <p:graphicEl>
                                              <a:dgm id="{1ACB2183-4526-42D6-9BD5-3E82E6A8C790}"/>
                                            </p:graphicEl>
                                          </p:spTgt>
                                        </p:tgtEl>
                                        <p:attrNameLst>
                                          <p:attrName>style.visibility</p:attrName>
                                        </p:attrNameLst>
                                      </p:cBhvr>
                                      <p:to>
                                        <p:strVal val="visible"/>
                                      </p:to>
                                    </p:set>
                                    <p:anim calcmode="lin" valueType="num">
                                      <p:cBhvr additive="base">
                                        <p:cTn id="19" dur="500" fill="hold"/>
                                        <p:tgtEl>
                                          <p:spTgt spid="47">
                                            <p:graphicEl>
                                              <a:dgm id="{1ACB2183-4526-42D6-9BD5-3E82E6A8C790}"/>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7">
                                            <p:graphicEl>
                                              <a:dgm id="{1ACB2183-4526-42D6-9BD5-3E82E6A8C790}"/>
                                            </p:graphic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47">
                                            <p:graphicEl>
                                              <a:dgm id="{EDDBCEAB-3E08-4EC7-BFCC-707EFD548032}"/>
                                            </p:graphicEl>
                                          </p:spTgt>
                                        </p:tgtEl>
                                        <p:attrNameLst>
                                          <p:attrName>style.visibility</p:attrName>
                                        </p:attrNameLst>
                                      </p:cBhvr>
                                      <p:to>
                                        <p:strVal val="visible"/>
                                      </p:to>
                                    </p:set>
                                    <p:anim calcmode="lin" valueType="num">
                                      <p:cBhvr additive="base">
                                        <p:cTn id="23" dur="500" fill="hold"/>
                                        <p:tgtEl>
                                          <p:spTgt spid="47">
                                            <p:graphicEl>
                                              <a:dgm id="{EDDBCEAB-3E08-4EC7-BFCC-707EFD548032}"/>
                                            </p:graphic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47">
                                            <p:graphicEl>
                                              <a:dgm id="{EDDBCEAB-3E08-4EC7-BFCC-707EFD548032}"/>
                                            </p:graphic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47">
                                            <p:graphicEl>
                                              <a:dgm id="{09900B38-BF09-4DA1-B063-1BADB6C3CBC2}"/>
                                            </p:graphicEl>
                                          </p:spTgt>
                                        </p:tgtEl>
                                        <p:attrNameLst>
                                          <p:attrName>style.visibility</p:attrName>
                                        </p:attrNameLst>
                                      </p:cBhvr>
                                      <p:to>
                                        <p:strVal val="visible"/>
                                      </p:to>
                                    </p:set>
                                    <p:anim calcmode="lin" valueType="num">
                                      <p:cBhvr additive="base">
                                        <p:cTn id="29" dur="500" fill="hold"/>
                                        <p:tgtEl>
                                          <p:spTgt spid="47">
                                            <p:graphicEl>
                                              <a:dgm id="{09900B38-BF09-4DA1-B063-1BADB6C3CBC2}"/>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7">
                                            <p:graphicEl>
                                              <a:dgm id="{09900B38-BF09-4DA1-B063-1BADB6C3CBC2}"/>
                                            </p:graphic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47">
                                            <p:graphicEl>
                                              <a:dgm id="{43280A95-299F-457D-A4AE-C5024B3A14D2}"/>
                                            </p:graphicEl>
                                          </p:spTgt>
                                        </p:tgtEl>
                                        <p:attrNameLst>
                                          <p:attrName>style.visibility</p:attrName>
                                        </p:attrNameLst>
                                      </p:cBhvr>
                                      <p:to>
                                        <p:strVal val="visible"/>
                                      </p:to>
                                    </p:set>
                                    <p:anim calcmode="lin" valueType="num">
                                      <p:cBhvr additive="base">
                                        <p:cTn id="33" dur="500" fill="hold"/>
                                        <p:tgtEl>
                                          <p:spTgt spid="47">
                                            <p:graphicEl>
                                              <a:dgm id="{43280A95-299F-457D-A4AE-C5024B3A14D2}"/>
                                            </p:graphic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47">
                                            <p:graphicEl>
                                              <a:dgm id="{43280A95-299F-457D-A4AE-C5024B3A14D2}"/>
                                            </p:graphic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47">
                                            <p:graphicEl>
                                              <a:dgm id="{524D4051-030E-4924-90C9-D952FFC14B18}"/>
                                            </p:graphicEl>
                                          </p:spTgt>
                                        </p:tgtEl>
                                        <p:attrNameLst>
                                          <p:attrName>style.visibility</p:attrName>
                                        </p:attrNameLst>
                                      </p:cBhvr>
                                      <p:to>
                                        <p:strVal val="visible"/>
                                      </p:to>
                                    </p:set>
                                    <p:anim calcmode="lin" valueType="num">
                                      <p:cBhvr additive="base">
                                        <p:cTn id="39" dur="500" fill="hold"/>
                                        <p:tgtEl>
                                          <p:spTgt spid="47">
                                            <p:graphicEl>
                                              <a:dgm id="{524D4051-030E-4924-90C9-D952FFC14B18}"/>
                                            </p:graphic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47">
                                            <p:graphicEl>
                                              <a:dgm id="{524D4051-030E-4924-90C9-D952FFC14B18}"/>
                                            </p:graphic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47">
                                            <p:graphicEl>
                                              <a:dgm id="{1F638075-83F0-447A-91A2-F0FF38811881}"/>
                                            </p:graphicEl>
                                          </p:spTgt>
                                        </p:tgtEl>
                                        <p:attrNameLst>
                                          <p:attrName>style.visibility</p:attrName>
                                        </p:attrNameLst>
                                      </p:cBhvr>
                                      <p:to>
                                        <p:strVal val="visible"/>
                                      </p:to>
                                    </p:set>
                                    <p:anim calcmode="lin" valueType="num">
                                      <p:cBhvr additive="base">
                                        <p:cTn id="43" dur="500" fill="hold"/>
                                        <p:tgtEl>
                                          <p:spTgt spid="47">
                                            <p:graphicEl>
                                              <a:dgm id="{1F638075-83F0-447A-91A2-F0FF38811881}"/>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7">
                                            <p:graphicEl>
                                              <a:dgm id="{1F638075-83F0-447A-91A2-F0FF38811881}"/>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7">
                                            <p:graphicEl>
                                              <a:dgm id="{18407B31-D034-45F9-A0D2-D518FCF42427}"/>
                                            </p:graphicEl>
                                          </p:spTgt>
                                        </p:tgtEl>
                                        <p:attrNameLst>
                                          <p:attrName>style.visibility</p:attrName>
                                        </p:attrNameLst>
                                      </p:cBhvr>
                                      <p:to>
                                        <p:strVal val="visible"/>
                                      </p:to>
                                    </p:set>
                                    <p:anim calcmode="lin" valueType="num">
                                      <p:cBhvr additive="base">
                                        <p:cTn id="49" dur="500" fill="hold"/>
                                        <p:tgtEl>
                                          <p:spTgt spid="47">
                                            <p:graphicEl>
                                              <a:dgm id="{18407B31-D034-45F9-A0D2-D518FCF42427}"/>
                                            </p:graphic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47">
                                            <p:graphicEl>
                                              <a:dgm id="{18407B31-D034-45F9-A0D2-D518FCF42427}"/>
                                            </p:graphic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47">
                                            <p:graphicEl>
                                              <a:dgm id="{CCDB4389-EF86-4F03-A910-0BA3CF77F729}"/>
                                            </p:graphicEl>
                                          </p:spTgt>
                                        </p:tgtEl>
                                        <p:attrNameLst>
                                          <p:attrName>style.visibility</p:attrName>
                                        </p:attrNameLst>
                                      </p:cBhvr>
                                      <p:to>
                                        <p:strVal val="visible"/>
                                      </p:to>
                                    </p:set>
                                    <p:anim calcmode="lin" valueType="num">
                                      <p:cBhvr additive="base">
                                        <p:cTn id="53" dur="500" fill="hold"/>
                                        <p:tgtEl>
                                          <p:spTgt spid="47">
                                            <p:graphicEl>
                                              <a:dgm id="{CCDB4389-EF86-4F03-A910-0BA3CF77F729}"/>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47">
                                            <p:graphicEl>
                                              <a:dgm id="{CCDB4389-EF86-4F03-A910-0BA3CF77F729}"/>
                                            </p:graphic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47">
                                            <p:graphicEl>
                                              <a:dgm id="{BE04D663-5CEC-4279-AB5E-DB523C29E588}"/>
                                            </p:graphicEl>
                                          </p:spTgt>
                                        </p:tgtEl>
                                        <p:attrNameLst>
                                          <p:attrName>style.visibility</p:attrName>
                                        </p:attrNameLst>
                                      </p:cBhvr>
                                      <p:to>
                                        <p:strVal val="visible"/>
                                      </p:to>
                                    </p:set>
                                    <p:anim calcmode="lin" valueType="num">
                                      <p:cBhvr additive="base">
                                        <p:cTn id="59" dur="500" fill="hold"/>
                                        <p:tgtEl>
                                          <p:spTgt spid="47">
                                            <p:graphicEl>
                                              <a:dgm id="{BE04D663-5CEC-4279-AB5E-DB523C29E588}"/>
                                            </p:graphic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47">
                                            <p:graphicEl>
                                              <a:dgm id="{BE04D663-5CEC-4279-AB5E-DB523C29E588}"/>
                                            </p:graphicEl>
                                          </p:spTgt>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47">
                                            <p:graphicEl>
                                              <a:dgm id="{FC6252B0-6C9A-4879-8B1A-8308F43A6B7C}"/>
                                            </p:graphicEl>
                                          </p:spTgt>
                                        </p:tgtEl>
                                        <p:attrNameLst>
                                          <p:attrName>style.visibility</p:attrName>
                                        </p:attrNameLst>
                                      </p:cBhvr>
                                      <p:to>
                                        <p:strVal val="visible"/>
                                      </p:to>
                                    </p:set>
                                    <p:anim calcmode="lin" valueType="num">
                                      <p:cBhvr additive="base">
                                        <p:cTn id="63" dur="500" fill="hold"/>
                                        <p:tgtEl>
                                          <p:spTgt spid="47">
                                            <p:graphicEl>
                                              <a:dgm id="{FC6252B0-6C9A-4879-8B1A-8308F43A6B7C}"/>
                                            </p:graphic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47">
                                            <p:graphicEl>
                                              <a:dgm id="{FC6252B0-6C9A-4879-8B1A-8308F43A6B7C}"/>
                                            </p:graphicEl>
                                          </p:spTgt>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47">
                                            <p:graphicEl>
                                              <a:dgm id="{7AF0CA02-CC3A-45D8-A306-F4DA511CBFE2}"/>
                                            </p:graphicEl>
                                          </p:spTgt>
                                        </p:tgtEl>
                                        <p:attrNameLst>
                                          <p:attrName>style.visibility</p:attrName>
                                        </p:attrNameLst>
                                      </p:cBhvr>
                                      <p:to>
                                        <p:strVal val="visible"/>
                                      </p:to>
                                    </p:set>
                                    <p:anim calcmode="lin" valueType="num">
                                      <p:cBhvr additive="base">
                                        <p:cTn id="69" dur="500" fill="hold"/>
                                        <p:tgtEl>
                                          <p:spTgt spid="47">
                                            <p:graphicEl>
                                              <a:dgm id="{7AF0CA02-CC3A-45D8-A306-F4DA511CBFE2}"/>
                                            </p:graphicEl>
                                          </p:spTgt>
                                        </p:tgtEl>
                                        <p:attrNameLst>
                                          <p:attrName>ppt_x</p:attrName>
                                        </p:attrNameLst>
                                      </p:cBhvr>
                                      <p:tavLst>
                                        <p:tav tm="0">
                                          <p:val>
                                            <p:strVal val="1+#ppt_w/2"/>
                                          </p:val>
                                        </p:tav>
                                        <p:tav tm="100000">
                                          <p:val>
                                            <p:strVal val="#ppt_x"/>
                                          </p:val>
                                        </p:tav>
                                      </p:tavLst>
                                    </p:anim>
                                    <p:anim calcmode="lin" valueType="num">
                                      <p:cBhvr additive="base">
                                        <p:cTn id="70" dur="500" fill="hold"/>
                                        <p:tgtEl>
                                          <p:spTgt spid="47">
                                            <p:graphicEl>
                                              <a:dgm id="{7AF0CA02-CC3A-45D8-A306-F4DA511CBFE2}"/>
                                            </p:graphicEl>
                                          </p:spTgt>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stCondLst>
                                    <p:cond delay="0"/>
                                  </p:stCondLst>
                                  <p:childTnLst>
                                    <p:set>
                                      <p:cBhvr>
                                        <p:cTn id="72" dur="1" fill="hold">
                                          <p:stCondLst>
                                            <p:cond delay="0"/>
                                          </p:stCondLst>
                                        </p:cTn>
                                        <p:tgtEl>
                                          <p:spTgt spid="47">
                                            <p:graphicEl>
                                              <a:dgm id="{A00D86C6-A3A9-489C-9078-74B559B9E9B2}"/>
                                            </p:graphicEl>
                                          </p:spTgt>
                                        </p:tgtEl>
                                        <p:attrNameLst>
                                          <p:attrName>style.visibility</p:attrName>
                                        </p:attrNameLst>
                                      </p:cBhvr>
                                      <p:to>
                                        <p:strVal val="visible"/>
                                      </p:to>
                                    </p:set>
                                    <p:anim calcmode="lin" valueType="num">
                                      <p:cBhvr additive="base">
                                        <p:cTn id="73" dur="500" fill="hold"/>
                                        <p:tgtEl>
                                          <p:spTgt spid="47">
                                            <p:graphicEl>
                                              <a:dgm id="{A00D86C6-A3A9-489C-9078-74B559B9E9B2}"/>
                                            </p:graphic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47">
                                            <p:graphicEl>
                                              <a:dgm id="{A00D86C6-A3A9-489C-9078-74B559B9E9B2}"/>
                                            </p:graphic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47">
                                            <p:graphicEl>
                                              <a:dgm id="{2AB65E92-C8FA-446C-B843-30F1B4536705}"/>
                                            </p:graphicEl>
                                          </p:spTgt>
                                        </p:tgtEl>
                                        <p:attrNameLst>
                                          <p:attrName>style.visibility</p:attrName>
                                        </p:attrNameLst>
                                      </p:cBhvr>
                                      <p:to>
                                        <p:strVal val="visible"/>
                                      </p:to>
                                    </p:set>
                                    <p:anim calcmode="lin" valueType="num">
                                      <p:cBhvr additive="base">
                                        <p:cTn id="79" dur="500" fill="hold"/>
                                        <p:tgtEl>
                                          <p:spTgt spid="47">
                                            <p:graphicEl>
                                              <a:dgm id="{2AB65E92-C8FA-446C-B843-30F1B4536705}"/>
                                            </p:graphic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47">
                                            <p:graphicEl>
                                              <a:dgm id="{2AB65E92-C8FA-446C-B843-30F1B4536705}"/>
                                            </p:graphicEl>
                                          </p:spTgt>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47">
                                            <p:graphicEl>
                                              <a:dgm id="{1935E229-68AA-4248-974B-BD0EFAF57CC7}"/>
                                            </p:graphicEl>
                                          </p:spTgt>
                                        </p:tgtEl>
                                        <p:attrNameLst>
                                          <p:attrName>style.visibility</p:attrName>
                                        </p:attrNameLst>
                                      </p:cBhvr>
                                      <p:to>
                                        <p:strVal val="visible"/>
                                      </p:to>
                                    </p:set>
                                    <p:anim calcmode="lin" valueType="num">
                                      <p:cBhvr additive="base">
                                        <p:cTn id="83" dur="500" fill="hold"/>
                                        <p:tgtEl>
                                          <p:spTgt spid="47">
                                            <p:graphicEl>
                                              <a:dgm id="{1935E229-68AA-4248-974B-BD0EFAF57CC7}"/>
                                            </p:graphicEl>
                                          </p:spTgt>
                                        </p:tgtEl>
                                        <p:attrNameLst>
                                          <p:attrName>ppt_x</p:attrName>
                                        </p:attrNameLst>
                                      </p:cBhvr>
                                      <p:tavLst>
                                        <p:tav tm="0">
                                          <p:val>
                                            <p:strVal val="1+#ppt_w/2"/>
                                          </p:val>
                                        </p:tav>
                                        <p:tav tm="100000">
                                          <p:val>
                                            <p:strVal val="#ppt_x"/>
                                          </p:val>
                                        </p:tav>
                                      </p:tavLst>
                                    </p:anim>
                                    <p:anim calcmode="lin" valueType="num">
                                      <p:cBhvr additive="base">
                                        <p:cTn id="84" dur="500" fill="hold"/>
                                        <p:tgtEl>
                                          <p:spTgt spid="47">
                                            <p:graphicEl>
                                              <a:dgm id="{1935E229-68AA-4248-974B-BD0EFAF57CC7}"/>
                                            </p:graphicEl>
                                          </p:spTgt>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47">
                                            <p:graphicEl>
                                              <a:dgm id="{61E9DCB2-A5E8-4B1C-821A-15CD9A06400F}"/>
                                            </p:graphicEl>
                                          </p:spTgt>
                                        </p:tgtEl>
                                        <p:attrNameLst>
                                          <p:attrName>style.visibility</p:attrName>
                                        </p:attrNameLst>
                                      </p:cBhvr>
                                      <p:to>
                                        <p:strVal val="visible"/>
                                      </p:to>
                                    </p:set>
                                    <p:anim calcmode="lin" valueType="num">
                                      <p:cBhvr additive="base">
                                        <p:cTn id="89" dur="500" fill="hold"/>
                                        <p:tgtEl>
                                          <p:spTgt spid="47">
                                            <p:graphicEl>
                                              <a:dgm id="{61E9DCB2-A5E8-4B1C-821A-15CD9A06400F}"/>
                                            </p:graphicEl>
                                          </p:spTgt>
                                        </p:tgtEl>
                                        <p:attrNameLst>
                                          <p:attrName>ppt_x</p:attrName>
                                        </p:attrNameLst>
                                      </p:cBhvr>
                                      <p:tavLst>
                                        <p:tav tm="0">
                                          <p:val>
                                            <p:strVal val="1+#ppt_w/2"/>
                                          </p:val>
                                        </p:tav>
                                        <p:tav tm="100000">
                                          <p:val>
                                            <p:strVal val="#ppt_x"/>
                                          </p:val>
                                        </p:tav>
                                      </p:tavLst>
                                    </p:anim>
                                    <p:anim calcmode="lin" valueType="num">
                                      <p:cBhvr additive="base">
                                        <p:cTn id="90" dur="500" fill="hold"/>
                                        <p:tgtEl>
                                          <p:spTgt spid="47">
                                            <p:graphicEl>
                                              <a:dgm id="{61E9DCB2-A5E8-4B1C-821A-15CD9A06400F}"/>
                                            </p:graphicEl>
                                          </p:spTgt>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47">
                                            <p:graphicEl>
                                              <a:dgm id="{01405176-BC46-4494-9F37-4714DB2F92F7}"/>
                                            </p:graphicEl>
                                          </p:spTgt>
                                        </p:tgtEl>
                                        <p:attrNameLst>
                                          <p:attrName>style.visibility</p:attrName>
                                        </p:attrNameLst>
                                      </p:cBhvr>
                                      <p:to>
                                        <p:strVal val="visible"/>
                                      </p:to>
                                    </p:set>
                                    <p:anim calcmode="lin" valueType="num">
                                      <p:cBhvr additive="base">
                                        <p:cTn id="93" dur="500" fill="hold"/>
                                        <p:tgtEl>
                                          <p:spTgt spid="47">
                                            <p:graphicEl>
                                              <a:dgm id="{01405176-BC46-4494-9F37-4714DB2F92F7}"/>
                                            </p:graphicEl>
                                          </p:spTgt>
                                        </p:tgtEl>
                                        <p:attrNameLst>
                                          <p:attrName>ppt_x</p:attrName>
                                        </p:attrNameLst>
                                      </p:cBhvr>
                                      <p:tavLst>
                                        <p:tav tm="0">
                                          <p:val>
                                            <p:strVal val="1+#ppt_w/2"/>
                                          </p:val>
                                        </p:tav>
                                        <p:tav tm="100000">
                                          <p:val>
                                            <p:strVal val="#ppt_x"/>
                                          </p:val>
                                        </p:tav>
                                      </p:tavLst>
                                    </p:anim>
                                    <p:anim calcmode="lin" valueType="num">
                                      <p:cBhvr additive="base">
                                        <p:cTn id="94" dur="500" fill="hold"/>
                                        <p:tgtEl>
                                          <p:spTgt spid="47">
                                            <p:graphicEl>
                                              <a:dgm id="{01405176-BC46-4494-9F37-4714DB2F92F7}"/>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E64E730-A07D-574C-D5F1-9FF2AD5CD3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79CBD7-489E-81A7-691B-AD69583909A2}"/>
              </a:ext>
            </a:extLst>
          </p:cNvPr>
          <p:cNvSpPr/>
          <p:nvPr/>
        </p:nvSpPr>
        <p:spPr>
          <a:xfrm>
            <a:off x="15785176" y="133350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35A50EB6-CCEE-B7AF-7C1D-FE95D1E72114}"/>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D03577E-4FBC-4FE3-FE97-5A1EFB994B22}"/>
              </a:ext>
            </a:extLst>
          </p:cNvPr>
          <p:cNvSpPr>
            <a:spLocks noGrp="1" noRot="1" noMove="1" noResize="1" noEditPoints="1" noAdjustHandles="1" noChangeArrowheads="1" noChangeShapeType="1"/>
          </p:cNvSpPr>
          <p:nvPr/>
        </p:nvSpPr>
        <p:spPr>
          <a:xfrm>
            <a:off x="-1958209" y="-2864618"/>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D1A4FA44-AFE1-81F4-511A-822EFD3FDBBA}"/>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8F4AC94C-0151-4B5E-6989-FFCECDEA5D14}"/>
              </a:ext>
            </a:extLst>
          </p:cNvPr>
          <p:cNvGrpSpPr>
            <a:grpSpLocks/>
          </p:cNvGrpSpPr>
          <p:nvPr/>
        </p:nvGrpSpPr>
        <p:grpSpPr>
          <a:xfrm>
            <a:off x="17465710" y="6574680"/>
            <a:ext cx="1570279" cy="1570279"/>
            <a:chOff x="0" y="0"/>
            <a:chExt cx="812800" cy="812800"/>
          </a:xfrm>
        </p:grpSpPr>
        <p:sp>
          <p:nvSpPr>
            <p:cNvPr id="44" name="Freeform 44">
              <a:extLst>
                <a:ext uri="{FF2B5EF4-FFF2-40B4-BE49-F238E27FC236}">
                  <a16:creationId xmlns:a16="http://schemas.microsoft.com/office/drawing/2014/main" id="{BA3D2829-2B01-45A4-1F6B-F5B327C766FA}"/>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F575DE35-B796-1E83-398A-F7649C6D9198}"/>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04DDF30B-CC93-297F-A386-CCD312437680}"/>
              </a:ext>
            </a:extLst>
          </p:cNvPr>
          <p:cNvSpPr/>
          <p:nvPr/>
        </p:nvSpPr>
        <p:spPr>
          <a:xfrm>
            <a:off x="0" y="7653448"/>
            <a:ext cx="71628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 FETCHING DATA</a:t>
            </a:r>
          </a:p>
        </p:txBody>
      </p:sp>
      <p:grpSp>
        <p:nvGrpSpPr>
          <p:cNvPr id="6" name="Group 43">
            <a:extLst>
              <a:ext uri="{FF2B5EF4-FFF2-40B4-BE49-F238E27FC236}">
                <a16:creationId xmlns:a16="http://schemas.microsoft.com/office/drawing/2014/main" id="{7DA1CAF9-6BDC-78DA-3F19-DDC8B403D74B}"/>
              </a:ext>
            </a:extLst>
          </p:cNvPr>
          <p:cNvGrpSpPr>
            <a:grpSpLocks/>
          </p:cNvGrpSpPr>
          <p:nvPr/>
        </p:nvGrpSpPr>
        <p:grpSpPr>
          <a:xfrm>
            <a:off x="-565025" y="2633552"/>
            <a:ext cx="1570279" cy="1570279"/>
            <a:chOff x="0" y="0"/>
            <a:chExt cx="812800" cy="812800"/>
          </a:xfrm>
        </p:grpSpPr>
        <p:sp>
          <p:nvSpPr>
            <p:cNvPr id="7" name="Freeform 44">
              <a:extLst>
                <a:ext uri="{FF2B5EF4-FFF2-40B4-BE49-F238E27FC236}">
                  <a16:creationId xmlns:a16="http://schemas.microsoft.com/office/drawing/2014/main" id="{1438154A-16BB-9132-8C2B-9DFD2844DD59}"/>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8" name="TextBox 45">
              <a:extLst>
                <a:ext uri="{FF2B5EF4-FFF2-40B4-BE49-F238E27FC236}">
                  <a16:creationId xmlns:a16="http://schemas.microsoft.com/office/drawing/2014/main" id="{D9CC695D-326D-A5AF-B221-9E89EE11C79B}"/>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Tree>
    <p:extLst>
      <p:ext uri="{BB962C8B-B14F-4D97-AF65-F5344CB8AC3E}">
        <p14:creationId xmlns:p14="http://schemas.microsoft.com/office/powerpoint/2010/main" val="1532138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40ADB-8220-B687-8CA8-4864C518F3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8053EE8-0BD4-64AF-F390-E80BBC3160B9}"/>
              </a:ext>
            </a:extLst>
          </p:cNvPr>
          <p:cNvSpPr/>
          <p:nvPr/>
        </p:nvSpPr>
        <p:spPr>
          <a:xfrm>
            <a:off x="15578766" y="-260507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DF3A1623-CE1D-F116-84B8-30AD8A9B0112}"/>
              </a:ext>
            </a:extLst>
          </p:cNvPr>
          <p:cNvSpPr>
            <a:spLocks/>
          </p:cNvSpPr>
          <p:nvPr/>
        </p:nvSpPr>
        <p:spPr>
          <a:xfrm>
            <a:off x="-4038600" y="506200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5EDF0DA6-E190-914C-456C-ECBE339A5350}"/>
              </a:ext>
            </a:extLst>
          </p:cNvPr>
          <p:cNvSpPr>
            <a:spLocks noGrp="1" noRot="1" noMove="1" noResize="1" noEditPoints="1" noAdjustHandles="1" noChangeArrowheads="1" noChangeShapeType="1"/>
          </p:cNvSpPr>
          <p:nvPr/>
        </p:nvSpPr>
        <p:spPr>
          <a:xfrm>
            <a:off x="-1958209" y="-2864618"/>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73B74506-B33D-BE27-695F-A2F2973C8EED}"/>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6C88904E-083C-7EAC-E43E-362899D0D18B}"/>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2538E8D8-F045-BF3F-19A9-915389A6A02F}"/>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F2B7FB1C-8325-115A-BD17-FAF3D2693512}"/>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0EF7BB74-F620-8D74-6C12-01B0410119C6}"/>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126E3D94-0743-98EC-98C6-ACB1F1E5B614}"/>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52FB9171-EFEE-5530-5386-BAEDF59EFA5B}"/>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FEF02E06-BA94-8815-BA3C-DFA947443165}"/>
              </a:ext>
            </a:extLst>
          </p:cNvPr>
          <p:cNvSpPr txBox="1"/>
          <p:nvPr/>
        </p:nvSpPr>
        <p:spPr>
          <a:xfrm>
            <a:off x="1665241" y="934086"/>
            <a:ext cx="2858270" cy="246380"/>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FETCHING THE DATA</a:t>
            </a:r>
          </a:p>
        </p:txBody>
      </p:sp>
      <p:grpSp>
        <p:nvGrpSpPr>
          <p:cNvPr id="40" name="Group 40">
            <a:extLst>
              <a:ext uri="{FF2B5EF4-FFF2-40B4-BE49-F238E27FC236}">
                <a16:creationId xmlns:a16="http://schemas.microsoft.com/office/drawing/2014/main" id="{EF2BECCE-2403-B2BE-B928-59E6FEF40337}"/>
              </a:ext>
            </a:extLst>
          </p:cNvPr>
          <p:cNvGrpSpPr>
            <a:grpSpLocks/>
          </p:cNvGrpSpPr>
          <p:nvPr/>
        </p:nvGrpSpPr>
        <p:grpSpPr>
          <a:xfrm>
            <a:off x="-407281" y="9032386"/>
            <a:ext cx="1570279" cy="1570279"/>
            <a:chOff x="0" y="0"/>
            <a:chExt cx="812800" cy="812800"/>
          </a:xfrm>
        </p:grpSpPr>
        <p:sp>
          <p:nvSpPr>
            <p:cNvPr id="41" name="Freeform 41">
              <a:extLst>
                <a:ext uri="{FF2B5EF4-FFF2-40B4-BE49-F238E27FC236}">
                  <a16:creationId xmlns:a16="http://schemas.microsoft.com/office/drawing/2014/main" id="{1C0417BE-91A7-800F-4631-DDC8A0E74ABC}"/>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DDCE2272-7428-F9A1-FA52-0100FCDAA0A7}"/>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43" name="Group 43">
            <a:extLst>
              <a:ext uri="{FF2B5EF4-FFF2-40B4-BE49-F238E27FC236}">
                <a16:creationId xmlns:a16="http://schemas.microsoft.com/office/drawing/2014/main" id="{4FD50891-65D0-70A8-D3BF-1063361149BC}"/>
              </a:ext>
            </a:extLst>
          </p:cNvPr>
          <p:cNvGrpSpPr>
            <a:grpSpLocks noGrp="1" noUngrp="1" noRot="1" noMove="1" noResize="1"/>
          </p:cNvGrpSpPr>
          <p:nvPr/>
        </p:nvGrpSpPr>
        <p:grpSpPr>
          <a:xfrm>
            <a:off x="17259300" y="2636110"/>
            <a:ext cx="1570279" cy="1570279"/>
            <a:chOff x="0" y="0"/>
            <a:chExt cx="812800" cy="812800"/>
          </a:xfrm>
        </p:grpSpPr>
        <p:sp>
          <p:nvSpPr>
            <p:cNvPr id="44" name="Freeform 44">
              <a:extLst>
                <a:ext uri="{FF2B5EF4-FFF2-40B4-BE49-F238E27FC236}">
                  <a16:creationId xmlns:a16="http://schemas.microsoft.com/office/drawing/2014/main" id="{64D4C3A5-E8D3-78A9-224C-6F72034841F8}"/>
                </a:ext>
              </a:extLst>
            </p:cNvPr>
            <p:cNvSpPr>
              <a:spLocks noGrp="1" noRot="1" noMove="1" noResize="1" noEditPoints="1" noAdjustHandles="1" noChangeArrowheads="1" noChangeShapeType="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AE5506DB-2072-C82F-F5A0-62D52ABD1C47}"/>
                </a:ext>
              </a:extLst>
            </p:cNvPr>
            <p:cNvSpPr txBox="1">
              <a:spLocks noGrp="1" noRot="1" noMove="1" noResize="1" noEditPoints="1" noAdjustHandles="1" noChangeArrowheads="1" noChangeShapeType="1"/>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9" name="Group 18">
            <a:extLst>
              <a:ext uri="{FF2B5EF4-FFF2-40B4-BE49-F238E27FC236}">
                <a16:creationId xmlns:a16="http://schemas.microsoft.com/office/drawing/2014/main" id="{9BD3288B-F017-C85C-FF7A-42021B4C16E6}"/>
              </a:ext>
            </a:extLst>
          </p:cNvPr>
          <p:cNvGrpSpPr/>
          <p:nvPr/>
        </p:nvGrpSpPr>
        <p:grpSpPr>
          <a:xfrm>
            <a:off x="3368636" y="4714113"/>
            <a:ext cx="11527031" cy="4845490"/>
            <a:chOff x="3384472" y="4714113"/>
            <a:chExt cx="11527031" cy="4845490"/>
          </a:xfrm>
        </p:grpSpPr>
        <p:sp>
          <p:nvSpPr>
            <p:cNvPr id="12" name="TextBox 12">
              <a:extLst>
                <a:ext uri="{FF2B5EF4-FFF2-40B4-BE49-F238E27FC236}">
                  <a16:creationId xmlns:a16="http://schemas.microsoft.com/office/drawing/2014/main" id="{EBD7F273-3150-FD0F-1FB9-70B14F74340B}"/>
                </a:ext>
              </a:extLst>
            </p:cNvPr>
            <p:cNvSpPr txBox="1"/>
            <p:nvPr/>
          </p:nvSpPr>
          <p:spPr>
            <a:xfrm>
              <a:off x="3384472" y="5062000"/>
              <a:ext cx="11527031" cy="4497603"/>
            </a:xfrm>
            <a:prstGeom prst="rect">
              <a:avLst/>
            </a:prstGeom>
            <a:ln>
              <a:solidFill>
                <a:srgbClr val="E93CB0"/>
              </a:solidFill>
            </a:ln>
          </p:spPr>
          <p:txBody>
            <a:bodyPr lIns="50800" tIns="50800" rIns="50800" bIns="50800" rtlCol="0" anchor="ctr"/>
            <a:lstStyle/>
            <a:p>
              <a:pPr lvl="1"/>
              <a:r>
                <a:rPr lang="en-US" sz="3200" dirty="0">
                  <a:solidFill>
                    <a:schemeClr val="bg1"/>
                  </a:solidFill>
                </a:rPr>
                <a:t>This dataset comprises 36 features capturing comprehensive network traffic metrics, including core connection details, packet rates, TCP parameters, and behavioral connection patterns. These attributes are leveraged to train machine learning models that predict the target columns (label and </a:t>
              </a:r>
              <a:r>
                <a:rPr lang="en-US" sz="3200" dirty="0" err="1">
                  <a:solidFill>
                    <a:schemeClr val="bg1"/>
                  </a:solidFill>
                </a:rPr>
                <a:t>attack_cat</a:t>
              </a:r>
              <a:r>
                <a:rPr lang="en-US" sz="3200" dirty="0">
                  <a:solidFill>
                    <a:schemeClr val="bg1"/>
                  </a:solidFill>
                </a:rPr>
                <a:t>), enabling accurate detection of security intrusions and cyber attacks . </a:t>
              </a:r>
              <a:endParaRPr sz="3200" dirty="0">
                <a:solidFill>
                  <a:schemeClr val="bg1"/>
                </a:solidFill>
              </a:endParaRPr>
            </a:p>
          </p:txBody>
        </p:sp>
        <p:sp>
          <p:nvSpPr>
            <p:cNvPr id="18" name="TextBox 12">
              <a:extLst>
                <a:ext uri="{FF2B5EF4-FFF2-40B4-BE49-F238E27FC236}">
                  <a16:creationId xmlns:a16="http://schemas.microsoft.com/office/drawing/2014/main" id="{D1DC1D68-BDE3-7075-1A3F-08211115133D}"/>
                </a:ext>
              </a:extLst>
            </p:cNvPr>
            <p:cNvSpPr txBox="1"/>
            <p:nvPr/>
          </p:nvSpPr>
          <p:spPr>
            <a:xfrm>
              <a:off x="3384472" y="4714113"/>
              <a:ext cx="3538644"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Data Description</a:t>
              </a:r>
              <a:endParaRPr sz="3200" dirty="0">
                <a:solidFill>
                  <a:schemeClr val="bg1"/>
                </a:solidFill>
              </a:endParaRPr>
            </a:p>
          </p:txBody>
        </p:sp>
      </p:grpSp>
      <p:grpSp>
        <p:nvGrpSpPr>
          <p:cNvPr id="23" name="Group 22">
            <a:extLst>
              <a:ext uri="{FF2B5EF4-FFF2-40B4-BE49-F238E27FC236}">
                <a16:creationId xmlns:a16="http://schemas.microsoft.com/office/drawing/2014/main" id="{B7086F5F-3622-1F3C-C9E3-B82BFE2FF06B}"/>
              </a:ext>
            </a:extLst>
          </p:cNvPr>
          <p:cNvGrpSpPr/>
          <p:nvPr/>
        </p:nvGrpSpPr>
        <p:grpSpPr>
          <a:xfrm>
            <a:off x="3364648" y="1873315"/>
            <a:ext cx="11535006" cy="2574048"/>
            <a:chOff x="3352800" y="1873315"/>
            <a:chExt cx="11535006" cy="2574048"/>
          </a:xfrm>
        </p:grpSpPr>
        <p:grpSp>
          <p:nvGrpSpPr>
            <p:cNvPr id="20" name="Group 19">
              <a:extLst>
                <a:ext uri="{FF2B5EF4-FFF2-40B4-BE49-F238E27FC236}">
                  <a16:creationId xmlns:a16="http://schemas.microsoft.com/office/drawing/2014/main" id="{237B9487-266B-D127-0A84-3FB12EE7052F}"/>
                </a:ext>
              </a:extLst>
            </p:cNvPr>
            <p:cNvGrpSpPr/>
            <p:nvPr/>
          </p:nvGrpSpPr>
          <p:grpSpPr>
            <a:xfrm>
              <a:off x="3352800" y="2122799"/>
              <a:ext cx="11535006" cy="2324564"/>
              <a:chOff x="3376497" y="2122799"/>
              <a:chExt cx="11535006" cy="2324564"/>
            </a:xfrm>
          </p:grpSpPr>
          <p:grpSp>
            <p:nvGrpSpPr>
              <p:cNvPr id="55" name="Group 54">
                <a:extLst>
                  <a:ext uri="{FF2B5EF4-FFF2-40B4-BE49-F238E27FC236}">
                    <a16:creationId xmlns:a16="http://schemas.microsoft.com/office/drawing/2014/main" id="{A08011CB-2A36-E61A-7F7B-679A2A88C627}"/>
                  </a:ext>
                </a:extLst>
              </p:cNvPr>
              <p:cNvGrpSpPr/>
              <p:nvPr/>
            </p:nvGrpSpPr>
            <p:grpSpPr>
              <a:xfrm>
                <a:off x="3376497" y="2122799"/>
                <a:ext cx="11535006" cy="2324564"/>
                <a:chOff x="3886200" y="2122799"/>
                <a:chExt cx="11535006" cy="2324564"/>
              </a:xfrm>
            </p:grpSpPr>
            <p:sp>
              <p:nvSpPr>
                <p:cNvPr id="52" name="TextBox 12">
                  <a:extLst>
                    <a:ext uri="{FF2B5EF4-FFF2-40B4-BE49-F238E27FC236}">
                      <a16:creationId xmlns:a16="http://schemas.microsoft.com/office/drawing/2014/main" id="{E9E3DB25-9C54-2837-5B61-A14545955E32}"/>
                    </a:ext>
                  </a:extLst>
                </p:cNvPr>
                <p:cNvSpPr txBox="1"/>
                <p:nvPr/>
              </p:nvSpPr>
              <p:spPr>
                <a:xfrm>
                  <a:off x="3886200" y="2122799"/>
                  <a:ext cx="11535006" cy="2324564"/>
                </a:xfrm>
                <a:prstGeom prst="rect">
                  <a:avLst/>
                </a:prstGeom>
                <a:ln>
                  <a:solidFill>
                    <a:srgbClr val="E93CB0"/>
                  </a:solidFill>
                </a:ln>
              </p:spPr>
              <p:txBody>
                <a:bodyPr lIns="50800" tIns="50800" rIns="50800" bIns="50800" rtlCol="0" anchor="ctr"/>
                <a:lstStyle/>
                <a:p>
                  <a:pPr algn="ctr">
                    <a:lnSpc>
                      <a:spcPts val="1660"/>
                    </a:lnSpc>
                  </a:pPr>
                  <a:endParaRPr dirty="0"/>
                </a:p>
              </p:txBody>
            </p:sp>
            <p:sp>
              <p:nvSpPr>
                <p:cNvPr id="54" name="TextBox 53">
                  <a:extLst>
                    <a:ext uri="{FF2B5EF4-FFF2-40B4-BE49-F238E27FC236}">
                      <a16:creationId xmlns:a16="http://schemas.microsoft.com/office/drawing/2014/main" id="{955D7FD2-6265-6426-C7AC-AAABE7AC69E8}"/>
                    </a:ext>
                  </a:extLst>
                </p:cNvPr>
                <p:cNvSpPr txBox="1"/>
                <p:nvPr/>
              </p:nvSpPr>
              <p:spPr>
                <a:xfrm>
                  <a:off x="5555476" y="2469059"/>
                  <a:ext cx="8196475" cy="769441"/>
                </a:xfrm>
                <a:prstGeom prst="rect">
                  <a:avLst/>
                </a:prstGeom>
                <a:noFill/>
              </p:spPr>
              <p:txBody>
                <a:bodyPr wrap="none" rtlCol="0">
                  <a:spAutoFit/>
                </a:bodyPr>
                <a:lstStyle/>
                <a:p>
                  <a:pPr algn="ctr">
                    <a:lnSpc>
                      <a:spcPct val="150000"/>
                    </a:lnSpc>
                  </a:pPr>
                  <a:r>
                    <a:rPr lang="en-US" sz="3200" dirty="0">
                      <a:solidFill>
                        <a:srgbClr val="FFFBF7"/>
                      </a:solidFill>
                      <a:latin typeface="TT Chocolates"/>
                    </a:rPr>
                    <a:t>We will use a dataset from Kaggle UNSW_NB15</a:t>
                  </a:r>
                </a:p>
              </p:txBody>
            </p:sp>
          </p:grpSp>
          <p:sp>
            <p:nvSpPr>
              <p:cNvPr id="10" name="TextBox 9">
                <a:extLst>
                  <a:ext uri="{FF2B5EF4-FFF2-40B4-BE49-F238E27FC236}">
                    <a16:creationId xmlns:a16="http://schemas.microsoft.com/office/drawing/2014/main" id="{F7F0F932-E607-ED32-4B1C-BC27B7A26E90}"/>
                  </a:ext>
                </a:extLst>
              </p:cNvPr>
              <p:cNvSpPr txBox="1"/>
              <p:nvPr/>
            </p:nvSpPr>
            <p:spPr>
              <a:xfrm>
                <a:off x="6043015" y="3238500"/>
                <a:ext cx="6201970" cy="923330"/>
              </a:xfrm>
              <a:prstGeom prst="rect">
                <a:avLst/>
              </a:prstGeom>
              <a:noFill/>
            </p:spPr>
            <p:txBody>
              <a:bodyPr wrap="square">
                <a:spAutoFit/>
              </a:bodyPr>
              <a:lstStyle/>
              <a:p>
                <a:pPr algn="ctr"/>
                <a:r>
                  <a:rPr lang="en-US" dirty="0">
                    <a:solidFill>
                      <a:schemeClr val="bg1"/>
                    </a:solidFill>
                    <a:hlinkClick r:id="rId6">
                      <a:extLst>
                        <a:ext uri="{A12FA001-AC4F-418D-AE19-62706E023703}">
                          <ahyp:hlinkClr xmlns:ahyp="http://schemas.microsoft.com/office/drawing/2018/hyperlinkcolor" val="tx"/>
                        </a:ext>
                      </a:extLst>
                    </a:hlinkClick>
                  </a:rPr>
                  <a:t>https://www.kaggle.com/competitions/advanced-ai-for-cybersecurity-intrusion-detection-with-unsw-nb-15/data?select=UNSW_NB15_training-set.parquet</a:t>
                </a:r>
                <a:endParaRPr lang="en-US" dirty="0">
                  <a:solidFill>
                    <a:schemeClr val="bg1"/>
                  </a:solidFill>
                </a:endParaRPr>
              </a:p>
            </p:txBody>
          </p:sp>
        </p:grpSp>
        <p:sp>
          <p:nvSpPr>
            <p:cNvPr id="22" name="TextBox 12">
              <a:extLst>
                <a:ext uri="{FF2B5EF4-FFF2-40B4-BE49-F238E27FC236}">
                  <a16:creationId xmlns:a16="http://schemas.microsoft.com/office/drawing/2014/main" id="{D7D228B7-CDD9-DE63-E50C-4DD377134453}"/>
                </a:ext>
              </a:extLst>
            </p:cNvPr>
            <p:cNvSpPr txBox="1"/>
            <p:nvPr/>
          </p:nvSpPr>
          <p:spPr>
            <a:xfrm>
              <a:off x="3352800" y="1873315"/>
              <a:ext cx="3538644"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SOURCE OF DATA</a:t>
              </a:r>
              <a:endParaRPr sz="3200" dirty="0">
                <a:solidFill>
                  <a:schemeClr val="bg1"/>
                </a:solidFill>
              </a:endParaRPr>
            </a:p>
          </p:txBody>
        </p:sp>
      </p:grpSp>
    </p:spTree>
    <p:extLst>
      <p:ext uri="{BB962C8B-B14F-4D97-AF65-F5344CB8AC3E}">
        <p14:creationId xmlns:p14="http://schemas.microsoft.com/office/powerpoint/2010/main" val="347404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additive="base">
                                        <p:cTn id="14" dur="500" fill="hold"/>
                                        <p:tgtEl>
                                          <p:spTgt spid="19"/>
                                        </p:tgtEl>
                                        <p:attrNameLst>
                                          <p:attrName>ppt_x</p:attrName>
                                        </p:attrNameLst>
                                      </p:cBhvr>
                                      <p:tavLst>
                                        <p:tav tm="0">
                                          <p:val>
                                            <p:strVal val="0-#ppt_w/2"/>
                                          </p:val>
                                        </p:tav>
                                        <p:tav tm="100000">
                                          <p:val>
                                            <p:strVal val="#ppt_x"/>
                                          </p:val>
                                        </p:tav>
                                      </p:tavLst>
                                    </p:anim>
                                    <p:anim calcmode="lin" valueType="num">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7B19D1C3-2A26-D67F-82C1-0439A072A9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876C38-8090-31A5-6266-E8386E2BB9C8}"/>
              </a:ext>
            </a:extLst>
          </p:cNvPr>
          <p:cNvSpPr/>
          <p:nvPr/>
        </p:nvSpPr>
        <p:spPr>
          <a:xfrm>
            <a:off x="15578766" y="-260507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EC0FAF40-E6A8-561D-0409-1BB8A14DBFD2}"/>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DD4A44E6-0D9C-D2C0-3C11-44069ACB7C1C}"/>
              </a:ext>
            </a:extLst>
          </p:cNvPr>
          <p:cNvSpPr>
            <a:spLocks/>
          </p:cNvSpPr>
          <p:nvPr/>
        </p:nvSpPr>
        <p:spPr>
          <a:xfrm>
            <a:off x="-3352800" y="4191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C9B35877-AFD1-9541-2868-7D028B978400}"/>
              </a:ext>
            </a:extLst>
          </p:cNvPr>
          <p:cNvSpPr>
            <a:spLocks/>
          </p:cNvSpPr>
          <p:nvPr/>
        </p:nvSpPr>
        <p:spPr>
          <a:xfrm>
            <a:off x="15578766" y="4762500"/>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7D270FFF-9207-2C8D-3E05-63B64770CE06}"/>
              </a:ext>
            </a:extLst>
          </p:cNvPr>
          <p:cNvGrpSpPr>
            <a:grpSpLocks/>
          </p:cNvGrpSpPr>
          <p:nvPr/>
        </p:nvGrpSpPr>
        <p:grpSpPr>
          <a:xfrm>
            <a:off x="17259300" y="2636110"/>
            <a:ext cx="1570279" cy="1570279"/>
            <a:chOff x="0" y="0"/>
            <a:chExt cx="812800" cy="812800"/>
          </a:xfrm>
        </p:grpSpPr>
        <p:sp>
          <p:nvSpPr>
            <p:cNvPr id="44" name="Freeform 44">
              <a:extLst>
                <a:ext uri="{FF2B5EF4-FFF2-40B4-BE49-F238E27FC236}">
                  <a16:creationId xmlns:a16="http://schemas.microsoft.com/office/drawing/2014/main" id="{9440FFAA-F35B-F0CE-C12B-53C631170A95}"/>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B27F8CA9-969B-5733-F51D-B7414332CB54}"/>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4636EFEF-0196-530E-4C88-6EB0AB7E83F3}"/>
              </a:ext>
            </a:extLst>
          </p:cNvPr>
          <p:cNvSpPr/>
          <p:nvPr/>
        </p:nvSpPr>
        <p:spPr>
          <a:xfrm>
            <a:off x="0" y="7658100"/>
            <a:ext cx="34290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 EDA </a:t>
            </a:r>
          </a:p>
        </p:txBody>
      </p:sp>
    </p:spTree>
    <p:extLst>
      <p:ext uri="{BB962C8B-B14F-4D97-AF65-F5344CB8AC3E}">
        <p14:creationId xmlns:p14="http://schemas.microsoft.com/office/powerpoint/2010/main" val="1096838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76599-235D-C75E-CBA4-EE77C7328BD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39BD1FA7-400D-9AB6-EAAB-EBB69EAF700D}"/>
              </a:ext>
            </a:extLst>
          </p:cNvPr>
          <p:cNvSpPr>
            <a:spLocks/>
          </p:cNvSpPr>
          <p:nvPr/>
        </p:nvSpPr>
        <p:spPr>
          <a:xfrm>
            <a:off x="-3482840" y="-2884707"/>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F7135658-4924-D9D8-0325-D4AC7C0200F7}"/>
              </a:ext>
            </a:extLst>
          </p:cNvPr>
          <p:cNvGrpSpPr>
            <a:grpSpLocks/>
          </p:cNvGrpSpPr>
          <p:nvPr/>
        </p:nvGrpSpPr>
        <p:grpSpPr>
          <a:xfrm>
            <a:off x="121659" y="598215"/>
            <a:ext cx="1570279" cy="1570279"/>
            <a:chOff x="0" y="0"/>
            <a:chExt cx="812800" cy="812800"/>
          </a:xfrm>
        </p:grpSpPr>
        <p:sp>
          <p:nvSpPr>
            <p:cNvPr id="41" name="Freeform 41">
              <a:extLst>
                <a:ext uri="{FF2B5EF4-FFF2-40B4-BE49-F238E27FC236}">
                  <a16:creationId xmlns:a16="http://schemas.microsoft.com/office/drawing/2014/main" id="{9D4751FF-BAD2-E21A-FFCE-22920D57E128}"/>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E6EE0460-6C40-300F-18EB-1FF1B92A0CF3}"/>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E0AED358-A088-C88C-42B2-1EFC826211EA}"/>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019E28DB-86F5-FB82-CD74-7CA14DB70F4D}"/>
              </a:ext>
            </a:extLst>
          </p:cNvPr>
          <p:cNvSpPr>
            <a:spLocks noGrp="1" noRot="1" noMove="1" noResize="1" noEditPoints="1" noAdjustHandles="1" noChangeArrowheads="1" noChangeShapeType="1"/>
          </p:cNvSpPr>
          <p:nvPr/>
        </p:nvSpPr>
        <p:spPr>
          <a:xfrm>
            <a:off x="-1958209" y="-2864618"/>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7FC3ACC7-2523-C232-7D76-49129F1649C5}"/>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E4A9FE35-42D1-D4D2-11CD-31B95A2B990A}"/>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214829A1-7105-6861-BB33-DF8CA99703D0}"/>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BF6DB885-572B-8593-A52B-8036AC5117AA}"/>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E3A55E1C-8C38-199D-870A-1651F5F7C6B6}"/>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66CD19AA-B548-2B6C-5339-79434642F88B}"/>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A2E68D2E-E11E-28C9-5316-2F490ED1F20B}"/>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048EA36E-7312-2F00-F78A-30CF5BDD10A4}"/>
              </a:ext>
            </a:extLst>
          </p:cNvPr>
          <p:cNvSpPr txBox="1"/>
          <p:nvPr/>
        </p:nvSpPr>
        <p:spPr>
          <a:xfrm>
            <a:off x="1665241" y="934086"/>
            <a:ext cx="2858270" cy="246380"/>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EDA</a:t>
            </a:r>
          </a:p>
        </p:txBody>
      </p:sp>
      <p:grpSp>
        <p:nvGrpSpPr>
          <p:cNvPr id="43" name="Group 43">
            <a:extLst>
              <a:ext uri="{FF2B5EF4-FFF2-40B4-BE49-F238E27FC236}">
                <a16:creationId xmlns:a16="http://schemas.microsoft.com/office/drawing/2014/main" id="{68F1865F-3AA7-C0FA-D259-38B94CB1EED1}"/>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51E7FEA0-7A4B-1B58-E7F2-EE0B7BDABE32}"/>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11F8415F-8BF9-8C80-C2FE-1E6D96C00699}"/>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9" name="Group 18">
            <a:extLst>
              <a:ext uri="{FF2B5EF4-FFF2-40B4-BE49-F238E27FC236}">
                <a16:creationId xmlns:a16="http://schemas.microsoft.com/office/drawing/2014/main" id="{2747BF83-DA82-B9F6-81DE-0FB7D053D33B}"/>
              </a:ext>
            </a:extLst>
          </p:cNvPr>
          <p:cNvGrpSpPr/>
          <p:nvPr/>
        </p:nvGrpSpPr>
        <p:grpSpPr>
          <a:xfrm>
            <a:off x="3380485" y="2971850"/>
            <a:ext cx="11527031" cy="1690620"/>
            <a:chOff x="3384472" y="4714113"/>
            <a:chExt cx="11527031" cy="1690620"/>
          </a:xfrm>
        </p:grpSpPr>
        <p:sp>
          <p:nvSpPr>
            <p:cNvPr id="12" name="TextBox 12">
              <a:extLst>
                <a:ext uri="{FF2B5EF4-FFF2-40B4-BE49-F238E27FC236}">
                  <a16:creationId xmlns:a16="http://schemas.microsoft.com/office/drawing/2014/main" id="{DC47C3DA-3FB2-C639-FDE7-413E30810E76}"/>
                </a:ext>
              </a:extLst>
            </p:cNvPr>
            <p:cNvSpPr txBox="1"/>
            <p:nvPr/>
          </p:nvSpPr>
          <p:spPr>
            <a:xfrm>
              <a:off x="3384472" y="5062001"/>
              <a:ext cx="11527031" cy="1342732"/>
            </a:xfrm>
            <a:prstGeom prst="rect">
              <a:avLst/>
            </a:prstGeom>
            <a:ln>
              <a:solidFill>
                <a:srgbClr val="E93CB0"/>
              </a:solidFill>
            </a:ln>
          </p:spPr>
          <p:txBody>
            <a:bodyPr lIns="50800" tIns="50800" rIns="50800" bIns="50800" rtlCol="0" anchor="ctr"/>
            <a:lstStyle/>
            <a:p>
              <a:pPr algn="ctr">
                <a:lnSpc>
                  <a:spcPct val="100000"/>
                </a:lnSpc>
              </a:pPr>
              <a:r>
                <a:rPr lang="en-US" sz="3200" dirty="0">
                  <a:solidFill>
                    <a:schemeClr val="bg1"/>
                  </a:solidFill>
                </a:rPr>
                <a:t>Understanding the data using describe and some visualizations . </a:t>
              </a:r>
              <a:endParaRPr sz="3200" dirty="0">
                <a:solidFill>
                  <a:schemeClr val="bg1"/>
                </a:solidFill>
              </a:endParaRPr>
            </a:p>
          </p:txBody>
        </p:sp>
        <p:sp>
          <p:nvSpPr>
            <p:cNvPr id="18" name="TextBox 12">
              <a:extLst>
                <a:ext uri="{FF2B5EF4-FFF2-40B4-BE49-F238E27FC236}">
                  <a16:creationId xmlns:a16="http://schemas.microsoft.com/office/drawing/2014/main" id="{D0E9F1D0-3B4D-D102-971B-99F6373255C5}"/>
                </a:ext>
              </a:extLst>
            </p:cNvPr>
            <p:cNvSpPr txBox="1"/>
            <p:nvPr/>
          </p:nvSpPr>
          <p:spPr>
            <a:xfrm>
              <a:off x="3384472" y="4714113"/>
              <a:ext cx="2475831"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DEFINITION</a:t>
              </a:r>
              <a:endParaRPr sz="3200" dirty="0">
                <a:solidFill>
                  <a:schemeClr val="bg1"/>
                </a:solidFill>
              </a:endParaRPr>
            </a:p>
          </p:txBody>
        </p:sp>
      </p:grpSp>
      <p:grpSp>
        <p:nvGrpSpPr>
          <p:cNvPr id="15" name="Group 14">
            <a:extLst>
              <a:ext uri="{FF2B5EF4-FFF2-40B4-BE49-F238E27FC236}">
                <a16:creationId xmlns:a16="http://schemas.microsoft.com/office/drawing/2014/main" id="{B64455D1-49A2-3236-8783-D53AB6A48EA5}"/>
              </a:ext>
            </a:extLst>
          </p:cNvPr>
          <p:cNvGrpSpPr/>
          <p:nvPr/>
        </p:nvGrpSpPr>
        <p:grpSpPr>
          <a:xfrm>
            <a:off x="3380485" y="5153783"/>
            <a:ext cx="11527031" cy="3647317"/>
            <a:chOff x="3380485" y="5153783"/>
            <a:chExt cx="11527031" cy="3647317"/>
          </a:xfrm>
        </p:grpSpPr>
        <p:sp>
          <p:nvSpPr>
            <p:cNvPr id="11" name="TextBox 12">
              <a:extLst>
                <a:ext uri="{FF2B5EF4-FFF2-40B4-BE49-F238E27FC236}">
                  <a16:creationId xmlns:a16="http://schemas.microsoft.com/office/drawing/2014/main" id="{AB4BB5AE-62E5-C916-269C-BD19C98B7B5D}"/>
                </a:ext>
              </a:extLst>
            </p:cNvPr>
            <p:cNvSpPr txBox="1"/>
            <p:nvPr/>
          </p:nvSpPr>
          <p:spPr>
            <a:xfrm>
              <a:off x="3380485" y="5501671"/>
              <a:ext cx="11527031" cy="3299429"/>
            </a:xfrm>
            <a:prstGeom prst="rect">
              <a:avLst/>
            </a:prstGeom>
            <a:ln>
              <a:solidFill>
                <a:srgbClr val="E93CB0"/>
              </a:solidFill>
            </a:ln>
          </p:spPr>
          <p:txBody>
            <a:bodyPr lIns="50800" tIns="50800" rIns="50800" bIns="50800" rtlCol="0" anchor="ctr"/>
            <a:lstStyle/>
            <a:p>
              <a:pPr marL="914400" lvl="1" indent="-457200">
                <a:buFont typeface="Wingdings" panose="05000000000000000000" pitchFamily="2" charset="2"/>
                <a:buChar char="q"/>
              </a:pPr>
              <a:r>
                <a:rPr lang="en-US" sz="3200" dirty="0">
                  <a:solidFill>
                    <a:schemeClr val="bg1"/>
                  </a:solidFill>
                </a:rPr>
                <a:t>Data has a large number of duplicates .</a:t>
              </a:r>
            </a:p>
            <a:p>
              <a:pPr marL="914400" lvl="1" indent="-457200">
                <a:buFont typeface="Wingdings" panose="05000000000000000000" pitchFamily="2" charset="2"/>
                <a:buChar char="q"/>
              </a:pPr>
              <a:r>
                <a:rPr lang="en-US" sz="3200" dirty="0">
                  <a:solidFill>
                    <a:schemeClr val="bg1"/>
                  </a:solidFill>
                </a:rPr>
                <a:t>Data has no null values .</a:t>
              </a:r>
            </a:p>
            <a:p>
              <a:pPr marL="914400" lvl="1" indent="-457200">
                <a:buFont typeface="Wingdings" panose="05000000000000000000" pitchFamily="2" charset="2"/>
                <a:buChar char="q"/>
              </a:pPr>
              <a:r>
                <a:rPr lang="en-US" sz="3200" dirty="0">
                  <a:solidFill>
                    <a:schemeClr val="bg1"/>
                  </a:solidFill>
                </a:rPr>
                <a:t>Data is imbalanced .</a:t>
              </a:r>
              <a:r>
                <a:rPr lang="en-US" sz="4000" dirty="0">
                  <a:solidFill>
                    <a:schemeClr val="bg1"/>
                  </a:solidFill>
                </a:rPr>
                <a:t>  </a:t>
              </a:r>
              <a:r>
                <a:rPr lang="en-US" sz="2400" dirty="0">
                  <a:solidFill>
                    <a:schemeClr val="bg1"/>
                  </a:solidFill>
                </a:rPr>
                <a:t>(we will solve in the following steps)</a:t>
              </a:r>
              <a:endParaRPr lang="en-US" sz="2800" dirty="0">
                <a:solidFill>
                  <a:schemeClr val="bg1"/>
                </a:solidFill>
              </a:endParaRPr>
            </a:p>
            <a:p>
              <a:pPr marL="914400" lvl="1" indent="-457200">
                <a:buFont typeface="Wingdings" panose="05000000000000000000" pitchFamily="2" charset="2"/>
                <a:buChar char="q"/>
              </a:pPr>
              <a:r>
                <a:rPr lang="en-US" sz="3200" dirty="0">
                  <a:solidFill>
                    <a:schemeClr val="bg1"/>
                  </a:solidFill>
                </a:rPr>
                <a:t>Some Features has very large numbers . </a:t>
              </a:r>
              <a:r>
                <a:rPr lang="en-US" sz="2400" dirty="0">
                  <a:solidFill>
                    <a:schemeClr val="bg1"/>
                  </a:solidFill>
                </a:rPr>
                <a:t>(needs scaling)</a:t>
              </a:r>
            </a:p>
          </p:txBody>
        </p:sp>
        <p:sp>
          <p:nvSpPr>
            <p:cNvPr id="14" name="TextBox 12">
              <a:extLst>
                <a:ext uri="{FF2B5EF4-FFF2-40B4-BE49-F238E27FC236}">
                  <a16:creationId xmlns:a16="http://schemas.microsoft.com/office/drawing/2014/main" id="{F84350DA-E280-C6C6-C1B4-024499E495B9}"/>
                </a:ext>
              </a:extLst>
            </p:cNvPr>
            <p:cNvSpPr txBox="1"/>
            <p:nvPr/>
          </p:nvSpPr>
          <p:spPr>
            <a:xfrm>
              <a:off x="3380485" y="5153783"/>
              <a:ext cx="2475831"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NOTES</a:t>
              </a:r>
              <a:endParaRPr sz="3200" dirty="0">
                <a:solidFill>
                  <a:schemeClr val="bg1"/>
                </a:solidFill>
              </a:endParaRPr>
            </a:p>
          </p:txBody>
        </p:sp>
      </p:grpSp>
    </p:spTree>
    <p:extLst>
      <p:ext uri="{BB962C8B-B14F-4D97-AF65-F5344CB8AC3E}">
        <p14:creationId xmlns:p14="http://schemas.microsoft.com/office/powerpoint/2010/main" val="2617051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2000"/>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F200F53-B642-3D4B-A6E0-79CFBC6A4D5B}"/>
              </a:ext>
            </a:extLst>
          </p:cNvPr>
          <p:cNvSpPr/>
          <p:nvPr/>
        </p:nvSpPr>
        <p:spPr>
          <a:xfrm>
            <a:off x="0" y="7810500"/>
            <a:ext cx="99060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POWER PI - DASHBOARD</a:t>
            </a:r>
          </a:p>
        </p:txBody>
      </p:sp>
    </p:spTree>
    <p:extLst>
      <p:ext uri="{BB962C8B-B14F-4D97-AF65-F5344CB8AC3E}">
        <p14:creationId xmlns:p14="http://schemas.microsoft.com/office/powerpoint/2010/main" val="1453041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6AA5E69B-3C25-2DFB-360B-E97BB90CDF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5AB4623-4EFD-A439-D0D7-747C5A2EB8A1}"/>
              </a:ext>
            </a:extLst>
          </p:cNvPr>
          <p:cNvSpPr/>
          <p:nvPr/>
        </p:nvSpPr>
        <p:spPr>
          <a:xfrm>
            <a:off x="14173200" y="3268217"/>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a:extLst>
              <a:ext uri="{FF2B5EF4-FFF2-40B4-BE49-F238E27FC236}">
                <a16:creationId xmlns:a16="http://schemas.microsoft.com/office/drawing/2014/main" id="{E9D2585C-803E-D337-5D02-5169181DDF46}"/>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80D4029D-89D0-2D83-1D53-C2D3EDBD24A1}"/>
              </a:ext>
            </a:extLst>
          </p:cNvPr>
          <p:cNvSpPr>
            <a:spLocks/>
          </p:cNvSpPr>
          <p:nvPr/>
        </p:nvSpPr>
        <p:spPr>
          <a:xfrm>
            <a:off x="-3581400" y="-39243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34A395E5-7CA9-D091-B2AE-772C36DB1D95}"/>
              </a:ext>
            </a:extLst>
          </p:cNvPr>
          <p:cNvSpPr>
            <a:spLocks/>
          </p:cNvSpPr>
          <p:nvPr/>
        </p:nvSpPr>
        <p:spPr>
          <a:xfrm>
            <a:off x="14173200" y="658246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54C876D5-9879-68D9-89B3-493BB98344D1}"/>
              </a:ext>
            </a:extLst>
          </p:cNvPr>
          <p:cNvGrpSpPr>
            <a:grpSpLocks/>
          </p:cNvGrpSpPr>
          <p:nvPr/>
        </p:nvGrpSpPr>
        <p:grpSpPr>
          <a:xfrm>
            <a:off x="17030700" y="8303166"/>
            <a:ext cx="1570279" cy="1570279"/>
            <a:chOff x="0" y="0"/>
            <a:chExt cx="812800" cy="812800"/>
          </a:xfrm>
        </p:grpSpPr>
        <p:sp>
          <p:nvSpPr>
            <p:cNvPr id="44" name="Freeform 44">
              <a:extLst>
                <a:ext uri="{FF2B5EF4-FFF2-40B4-BE49-F238E27FC236}">
                  <a16:creationId xmlns:a16="http://schemas.microsoft.com/office/drawing/2014/main" id="{CC92A98E-6113-EF0F-37C2-5C2CCDC521D2}"/>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8BCCD3DE-6789-BC54-6769-405206C33A0C}"/>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DB2F50BF-56F9-53BB-0DA7-753AFFD86C3D}"/>
              </a:ext>
            </a:extLst>
          </p:cNvPr>
          <p:cNvSpPr/>
          <p:nvPr/>
        </p:nvSpPr>
        <p:spPr>
          <a:xfrm>
            <a:off x="0" y="7658100"/>
            <a:ext cx="141732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DATA CLEANING &amp; SCALING</a:t>
            </a:r>
          </a:p>
        </p:txBody>
      </p:sp>
      <p:grpSp>
        <p:nvGrpSpPr>
          <p:cNvPr id="6" name="Group 43">
            <a:extLst>
              <a:ext uri="{FF2B5EF4-FFF2-40B4-BE49-F238E27FC236}">
                <a16:creationId xmlns:a16="http://schemas.microsoft.com/office/drawing/2014/main" id="{2068362C-D667-78CE-DD00-32457BBAB281}"/>
              </a:ext>
            </a:extLst>
          </p:cNvPr>
          <p:cNvGrpSpPr>
            <a:grpSpLocks/>
          </p:cNvGrpSpPr>
          <p:nvPr/>
        </p:nvGrpSpPr>
        <p:grpSpPr>
          <a:xfrm>
            <a:off x="-579251" y="3009900"/>
            <a:ext cx="1570279" cy="1570279"/>
            <a:chOff x="0" y="0"/>
            <a:chExt cx="812800" cy="812800"/>
          </a:xfrm>
        </p:grpSpPr>
        <p:sp>
          <p:nvSpPr>
            <p:cNvPr id="7" name="Freeform 44">
              <a:extLst>
                <a:ext uri="{FF2B5EF4-FFF2-40B4-BE49-F238E27FC236}">
                  <a16:creationId xmlns:a16="http://schemas.microsoft.com/office/drawing/2014/main" id="{D0B09060-A7F0-3EB3-244D-08EBF5627E30}"/>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8" name="TextBox 45">
              <a:extLst>
                <a:ext uri="{FF2B5EF4-FFF2-40B4-BE49-F238E27FC236}">
                  <a16:creationId xmlns:a16="http://schemas.microsoft.com/office/drawing/2014/main" id="{CADEB4FF-F007-1B4A-CD1F-5D120E160031}"/>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Tree>
    <p:extLst>
      <p:ext uri="{BB962C8B-B14F-4D97-AF65-F5344CB8AC3E}">
        <p14:creationId xmlns:p14="http://schemas.microsoft.com/office/powerpoint/2010/main" val="2879471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14998-3C24-9DB7-B804-2D386DE00B6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37B2E46-54B9-6C41-4809-0AB1D7C8467D}"/>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43C278F1-7C84-B719-C698-3A54DE27538F}"/>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68ED3A20-20F5-56F5-4190-93980B4F5E0D}"/>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A21734C9-6A70-61CA-34CE-E8CDB6A0FDDD}"/>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F17256BA-5887-CD14-9648-C35B5BBE5D8C}"/>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4C50C226-4C42-0ADC-1E82-96A9A6215E6A}"/>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09BD83D9-A2B2-41C8-72EA-1725E6FA76BD}"/>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51538F5F-A618-8221-0E45-651FB1C9CA1F}"/>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CD31BA33-42D8-A944-419E-833B6686E993}"/>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5C55B479-AEF0-A5EF-45B1-2469252FAD21}"/>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59918C80-5F0D-7BAF-4E0E-4C14E028198E}"/>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2985EAE9-9591-F580-4D6E-B9D7578D4BDD}"/>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A92D80BE-E3F0-5C62-E1EE-76D7A40B8371}"/>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A977099D-98FE-0E65-CCC2-2257CD502C5A}"/>
              </a:ext>
            </a:extLst>
          </p:cNvPr>
          <p:cNvSpPr txBox="1"/>
          <p:nvPr/>
        </p:nvSpPr>
        <p:spPr>
          <a:xfrm>
            <a:off x="1665240" y="934086"/>
            <a:ext cx="3897359" cy="246379"/>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DATA CLEANING &amp; SCALING</a:t>
            </a:r>
          </a:p>
        </p:txBody>
      </p:sp>
      <p:grpSp>
        <p:nvGrpSpPr>
          <p:cNvPr id="43" name="Group 43">
            <a:extLst>
              <a:ext uri="{FF2B5EF4-FFF2-40B4-BE49-F238E27FC236}">
                <a16:creationId xmlns:a16="http://schemas.microsoft.com/office/drawing/2014/main" id="{E80E768E-3C77-86F6-E7EA-447FC736A5F3}"/>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DB40021A-77CE-448A-3664-8A148AF16A0E}"/>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6EF8C77B-B35F-C41E-9B63-8AC1FD9105E6}"/>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9" name="Group 18">
            <a:extLst>
              <a:ext uri="{FF2B5EF4-FFF2-40B4-BE49-F238E27FC236}">
                <a16:creationId xmlns:a16="http://schemas.microsoft.com/office/drawing/2014/main" id="{E3408D70-23B1-DB08-A5A9-F469FF833BE1}"/>
              </a:ext>
            </a:extLst>
          </p:cNvPr>
          <p:cNvGrpSpPr/>
          <p:nvPr/>
        </p:nvGrpSpPr>
        <p:grpSpPr>
          <a:xfrm>
            <a:off x="3380485" y="2971850"/>
            <a:ext cx="11527031" cy="1690620"/>
            <a:chOff x="3384472" y="4714113"/>
            <a:chExt cx="11527031" cy="1690620"/>
          </a:xfrm>
        </p:grpSpPr>
        <p:sp>
          <p:nvSpPr>
            <p:cNvPr id="12" name="TextBox 12">
              <a:extLst>
                <a:ext uri="{FF2B5EF4-FFF2-40B4-BE49-F238E27FC236}">
                  <a16:creationId xmlns:a16="http://schemas.microsoft.com/office/drawing/2014/main" id="{2415DF92-CC97-F53F-B504-5FDD85FFF675}"/>
                </a:ext>
              </a:extLst>
            </p:cNvPr>
            <p:cNvSpPr txBox="1"/>
            <p:nvPr/>
          </p:nvSpPr>
          <p:spPr>
            <a:xfrm>
              <a:off x="3384472" y="5062001"/>
              <a:ext cx="11527031" cy="1342732"/>
            </a:xfrm>
            <a:prstGeom prst="rect">
              <a:avLst/>
            </a:prstGeom>
            <a:ln>
              <a:solidFill>
                <a:srgbClr val="E93CB0"/>
              </a:solidFill>
            </a:ln>
          </p:spPr>
          <p:txBody>
            <a:bodyPr lIns="50800" tIns="50800" rIns="50800" bIns="50800" rtlCol="0" anchor="ctr"/>
            <a:lstStyle/>
            <a:p>
              <a:pPr lvl="1"/>
              <a:r>
                <a:rPr lang="en-US" sz="3200" dirty="0">
                  <a:solidFill>
                    <a:schemeClr val="bg1"/>
                  </a:solidFill>
                </a:rPr>
                <a:t>Removing duplicates and preprocessing the null values . </a:t>
              </a:r>
              <a:endParaRPr sz="3200" dirty="0">
                <a:solidFill>
                  <a:schemeClr val="bg1"/>
                </a:solidFill>
              </a:endParaRPr>
            </a:p>
          </p:txBody>
        </p:sp>
        <p:sp>
          <p:nvSpPr>
            <p:cNvPr id="18" name="TextBox 12">
              <a:extLst>
                <a:ext uri="{FF2B5EF4-FFF2-40B4-BE49-F238E27FC236}">
                  <a16:creationId xmlns:a16="http://schemas.microsoft.com/office/drawing/2014/main" id="{36409110-66B9-561B-9806-D3CA656A445D}"/>
                </a:ext>
              </a:extLst>
            </p:cNvPr>
            <p:cNvSpPr txBox="1"/>
            <p:nvPr/>
          </p:nvSpPr>
          <p:spPr>
            <a:xfrm>
              <a:off x="3384472" y="4714113"/>
              <a:ext cx="4010915"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DATA CLEANING</a:t>
              </a:r>
              <a:endParaRPr sz="3200" dirty="0">
                <a:solidFill>
                  <a:schemeClr val="bg1"/>
                </a:solidFill>
              </a:endParaRPr>
            </a:p>
          </p:txBody>
        </p:sp>
      </p:grpSp>
      <p:grpSp>
        <p:nvGrpSpPr>
          <p:cNvPr id="10" name="Group 9">
            <a:extLst>
              <a:ext uri="{FF2B5EF4-FFF2-40B4-BE49-F238E27FC236}">
                <a16:creationId xmlns:a16="http://schemas.microsoft.com/office/drawing/2014/main" id="{F76188BA-38EE-6B91-8034-2212F77BA693}"/>
              </a:ext>
            </a:extLst>
          </p:cNvPr>
          <p:cNvGrpSpPr/>
          <p:nvPr/>
        </p:nvGrpSpPr>
        <p:grpSpPr>
          <a:xfrm>
            <a:off x="3380484" y="5295900"/>
            <a:ext cx="11527031" cy="1690620"/>
            <a:chOff x="3384472" y="4714113"/>
            <a:chExt cx="11527031" cy="1690620"/>
          </a:xfrm>
        </p:grpSpPr>
        <p:sp>
          <p:nvSpPr>
            <p:cNvPr id="13" name="TextBox 12">
              <a:extLst>
                <a:ext uri="{FF2B5EF4-FFF2-40B4-BE49-F238E27FC236}">
                  <a16:creationId xmlns:a16="http://schemas.microsoft.com/office/drawing/2014/main" id="{3E7EA73D-F5B2-C22F-8D47-48804F8AEF39}"/>
                </a:ext>
              </a:extLst>
            </p:cNvPr>
            <p:cNvSpPr txBox="1"/>
            <p:nvPr/>
          </p:nvSpPr>
          <p:spPr>
            <a:xfrm>
              <a:off x="3384472" y="5062001"/>
              <a:ext cx="11527031" cy="1342732"/>
            </a:xfrm>
            <a:prstGeom prst="rect">
              <a:avLst/>
            </a:prstGeom>
            <a:ln>
              <a:solidFill>
                <a:srgbClr val="E93CB0"/>
              </a:solidFill>
            </a:ln>
          </p:spPr>
          <p:txBody>
            <a:bodyPr lIns="50800" tIns="50800" rIns="50800" bIns="50800" rtlCol="0" anchor="ctr"/>
            <a:lstStyle/>
            <a:p>
              <a:pPr lvl="1"/>
              <a:r>
                <a:rPr lang="en-US" sz="3200" dirty="0">
                  <a:solidFill>
                    <a:schemeClr val="bg1"/>
                  </a:solidFill>
                </a:rPr>
                <a:t>Scaling the numerical data using ( log ) before splitting .</a:t>
              </a:r>
              <a:endParaRPr sz="3200" dirty="0">
                <a:solidFill>
                  <a:schemeClr val="bg1"/>
                </a:solidFill>
              </a:endParaRPr>
            </a:p>
          </p:txBody>
        </p:sp>
        <p:sp>
          <p:nvSpPr>
            <p:cNvPr id="16" name="TextBox 12">
              <a:extLst>
                <a:ext uri="{FF2B5EF4-FFF2-40B4-BE49-F238E27FC236}">
                  <a16:creationId xmlns:a16="http://schemas.microsoft.com/office/drawing/2014/main" id="{EF4C84AC-7A72-2F98-3B45-7CE057920322}"/>
                </a:ext>
              </a:extLst>
            </p:cNvPr>
            <p:cNvSpPr txBox="1"/>
            <p:nvPr/>
          </p:nvSpPr>
          <p:spPr>
            <a:xfrm>
              <a:off x="3384472" y="4714113"/>
              <a:ext cx="4010915"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DATA SCALLING</a:t>
              </a:r>
              <a:endParaRPr sz="3200" dirty="0">
                <a:solidFill>
                  <a:schemeClr val="bg1"/>
                </a:solidFill>
              </a:endParaRPr>
            </a:p>
          </p:txBody>
        </p:sp>
      </p:grpSp>
    </p:spTree>
    <p:extLst>
      <p:ext uri="{BB962C8B-B14F-4D97-AF65-F5344CB8AC3E}">
        <p14:creationId xmlns:p14="http://schemas.microsoft.com/office/powerpoint/2010/main" val="2572576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58A027-9B8F-0C4C-6186-4C345FF218FA}"/>
              </a:ext>
            </a:extLst>
          </p:cNvPr>
          <p:cNvSpPr/>
          <p:nvPr/>
        </p:nvSpPr>
        <p:spPr>
          <a:xfrm>
            <a:off x="0" y="3314700"/>
            <a:ext cx="10744200" cy="33528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DO YOU THINK THERE WILL BE DATA LEAKAGE ??</a:t>
            </a:r>
          </a:p>
        </p:txBody>
      </p:sp>
    </p:spTree>
    <p:extLst>
      <p:ext uri="{BB962C8B-B14F-4D97-AF65-F5344CB8AC3E}">
        <p14:creationId xmlns:p14="http://schemas.microsoft.com/office/powerpoint/2010/main" val="12518350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BBAA2E2D-BCF0-F0DE-DCEE-DD45C74DCB3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BF35ED-C1BB-8B9B-DF04-D2E4A1B688C8}"/>
              </a:ext>
            </a:extLst>
          </p:cNvPr>
          <p:cNvSpPr/>
          <p:nvPr/>
        </p:nvSpPr>
        <p:spPr>
          <a:xfrm>
            <a:off x="15578766" y="-260507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460A8CC8-95EF-7B31-C399-0E3B3EA6C112}"/>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3CD4CEB1-995D-CFD2-F568-867F2AD3A046}"/>
              </a:ext>
            </a:extLst>
          </p:cNvPr>
          <p:cNvSpPr>
            <a:spLocks/>
          </p:cNvSpPr>
          <p:nvPr/>
        </p:nvSpPr>
        <p:spPr>
          <a:xfrm>
            <a:off x="-3352800" y="38481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6FA2D5CF-31CE-EF6A-22C0-8C5928101F79}"/>
              </a:ext>
            </a:extLst>
          </p:cNvPr>
          <p:cNvSpPr>
            <a:spLocks/>
          </p:cNvSpPr>
          <p:nvPr/>
        </p:nvSpPr>
        <p:spPr>
          <a:xfrm>
            <a:off x="15697200" y="-38100"/>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7E770B83-CB2C-4712-8D55-335FBD3582C5}"/>
              </a:ext>
            </a:extLst>
          </p:cNvPr>
          <p:cNvGrpSpPr>
            <a:grpSpLocks/>
          </p:cNvGrpSpPr>
          <p:nvPr/>
        </p:nvGrpSpPr>
        <p:grpSpPr>
          <a:xfrm>
            <a:off x="17259300" y="2636110"/>
            <a:ext cx="1570279" cy="1570279"/>
            <a:chOff x="0" y="0"/>
            <a:chExt cx="812800" cy="812800"/>
          </a:xfrm>
        </p:grpSpPr>
        <p:sp>
          <p:nvSpPr>
            <p:cNvPr id="44" name="Freeform 44">
              <a:extLst>
                <a:ext uri="{FF2B5EF4-FFF2-40B4-BE49-F238E27FC236}">
                  <a16:creationId xmlns:a16="http://schemas.microsoft.com/office/drawing/2014/main" id="{936E4364-85D3-AC0E-D6E0-96D4103C1AC2}"/>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87410888-6CB2-6467-6E15-24DADE2F9B99}"/>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160D11FB-30E2-33F3-53ED-F7D5356EDBA6}"/>
              </a:ext>
            </a:extLst>
          </p:cNvPr>
          <p:cNvSpPr/>
          <p:nvPr/>
        </p:nvSpPr>
        <p:spPr>
          <a:xfrm>
            <a:off x="0" y="7658100"/>
            <a:ext cx="80772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BALANCING DATA</a:t>
            </a:r>
          </a:p>
        </p:txBody>
      </p:sp>
    </p:spTree>
    <p:extLst>
      <p:ext uri="{BB962C8B-B14F-4D97-AF65-F5344CB8AC3E}">
        <p14:creationId xmlns:p14="http://schemas.microsoft.com/office/powerpoint/2010/main" val="579291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16A5B-0697-BB32-11D2-7E45DCDDD7BF}"/>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43942C19-2343-7E41-24DB-A80FD491A13D}"/>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9C54645A-AA51-F77D-339A-6F515121D8AE}"/>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4F5DED2E-7CCA-A323-578B-8F99E153521B}"/>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1D7A6E7A-0E09-B218-4396-E58E7EA00B00}"/>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270C6B38-9DC0-FF65-2828-C5340E5F2F6D}"/>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8E699333-F46F-D1B5-F0E8-CFEE95D7B062}"/>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CD60BEE9-C489-7722-4576-7EBD36F3E1F9}"/>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23A37B66-DDC5-AD5D-CD20-9AC5BDCC5C8A}"/>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9B9F2E3F-891E-B4A0-B04E-CFF7FF539016}"/>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E7C343D2-A15F-DD53-F00B-A4E2A7735331}"/>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7EEDEF7F-D0C4-6B61-E5DD-D68AADF9A32F}"/>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2C9F3B07-A6CD-BCF0-26C2-54D7AAD567ED}"/>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26883872-5B3F-593A-D175-2E95ECB3CBAE}"/>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E5BAECAD-E002-7BEC-C005-B6C031DE64B0}"/>
              </a:ext>
            </a:extLst>
          </p:cNvPr>
          <p:cNvSpPr txBox="1"/>
          <p:nvPr/>
        </p:nvSpPr>
        <p:spPr>
          <a:xfrm>
            <a:off x="1665240" y="934086"/>
            <a:ext cx="3897359" cy="246379"/>
          </a:xfrm>
          <a:prstGeom prst="rect">
            <a:avLst/>
          </a:prstGeom>
        </p:spPr>
        <p:txBody>
          <a:bodyPr wrap="square" lIns="0" tIns="0" rIns="0" bIns="0" rtlCol="0" anchor="t">
            <a:spAutoFit/>
          </a:bodyPr>
          <a:lstStyle/>
          <a:p>
            <a:pPr marL="0" lvl="0" indent="0" algn="l">
              <a:lnSpc>
                <a:spcPts val="1660"/>
              </a:lnSpc>
            </a:pPr>
            <a:r>
              <a:rPr lang="en-US" sz="2000" b="1" spc="-40" dirty="0">
                <a:solidFill>
                  <a:srgbClr val="E93CB0"/>
                </a:solidFill>
                <a:latin typeface="TT Chocolates Bold"/>
                <a:ea typeface="TT Chocolates Bold"/>
                <a:cs typeface="TT Chocolates Bold"/>
                <a:sym typeface="TT Chocolates Bold"/>
              </a:rPr>
              <a:t>BALANCING  DATA</a:t>
            </a:r>
          </a:p>
        </p:txBody>
      </p:sp>
      <p:grpSp>
        <p:nvGrpSpPr>
          <p:cNvPr id="43" name="Group 43">
            <a:extLst>
              <a:ext uri="{FF2B5EF4-FFF2-40B4-BE49-F238E27FC236}">
                <a16:creationId xmlns:a16="http://schemas.microsoft.com/office/drawing/2014/main" id="{AC5B00CF-B8C1-03A5-DF0D-995A66174455}"/>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297BEF3B-7D78-06E3-9AE3-B0D3106EDAEA}"/>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234A2AC2-2FD2-8C15-0394-A520274D4402}"/>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9" name="Group 18">
            <a:extLst>
              <a:ext uri="{FF2B5EF4-FFF2-40B4-BE49-F238E27FC236}">
                <a16:creationId xmlns:a16="http://schemas.microsoft.com/office/drawing/2014/main" id="{A782F2BE-CC9F-4DE5-3F2E-A9DDCA7CD540}"/>
              </a:ext>
            </a:extLst>
          </p:cNvPr>
          <p:cNvGrpSpPr/>
          <p:nvPr/>
        </p:nvGrpSpPr>
        <p:grpSpPr>
          <a:xfrm>
            <a:off x="3380485" y="2971850"/>
            <a:ext cx="11527031" cy="1690620"/>
            <a:chOff x="3384472" y="4714113"/>
            <a:chExt cx="11527031" cy="1690620"/>
          </a:xfrm>
        </p:grpSpPr>
        <p:sp>
          <p:nvSpPr>
            <p:cNvPr id="12" name="TextBox 12">
              <a:extLst>
                <a:ext uri="{FF2B5EF4-FFF2-40B4-BE49-F238E27FC236}">
                  <a16:creationId xmlns:a16="http://schemas.microsoft.com/office/drawing/2014/main" id="{E2602BFD-758D-BE4F-B5D7-2A168EED8747}"/>
                </a:ext>
              </a:extLst>
            </p:cNvPr>
            <p:cNvSpPr txBox="1"/>
            <p:nvPr/>
          </p:nvSpPr>
          <p:spPr>
            <a:xfrm>
              <a:off x="3384472" y="5062001"/>
              <a:ext cx="11527031" cy="1342732"/>
            </a:xfrm>
            <a:prstGeom prst="rect">
              <a:avLst/>
            </a:prstGeom>
            <a:ln>
              <a:solidFill>
                <a:srgbClr val="E93CB0"/>
              </a:solidFill>
            </a:ln>
          </p:spPr>
          <p:txBody>
            <a:bodyPr lIns="50800" tIns="50800" rIns="50800" bIns="50800" rtlCol="0" anchor="ctr"/>
            <a:lstStyle/>
            <a:p>
              <a:pPr algn="ctr">
                <a:lnSpc>
                  <a:spcPct val="100000"/>
                </a:lnSpc>
              </a:pPr>
              <a:r>
                <a:rPr lang="en-US" sz="3200" dirty="0">
                  <a:solidFill>
                    <a:schemeClr val="bg1"/>
                  </a:solidFill>
                </a:rPr>
                <a:t>Balancing the number of samples for each category .</a:t>
              </a:r>
              <a:endParaRPr sz="3200" dirty="0">
                <a:solidFill>
                  <a:schemeClr val="bg1"/>
                </a:solidFill>
              </a:endParaRPr>
            </a:p>
          </p:txBody>
        </p:sp>
        <p:sp>
          <p:nvSpPr>
            <p:cNvPr id="18" name="TextBox 12">
              <a:extLst>
                <a:ext uri="{FF2B5EF4-FFF2-40B4-BE49-F238E27FC236}">
                  <a16:creationId xmlns:a16="http://schemas.microsoft.com/office/drawing/2014/main" id="{20B27668-B26D-8DA1-6325-5F4971161ACC}"/>
                </a:ext>
              </a:extLst>
            </p:cNvPr>
            <p:cNvSpPr txBox="1"/>
            <p:nvPr/>
          </p:nvSpPr>
          <p:spPr>
            <a:xfrm>
              <a:off x="3384472" y="4714113"/>
              <a:ext cx="3172715"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DEFINITION</a:t>
              </a:r>
              <a:endParaRPr sz="3200" dirty="0">
                <a:solidFill>
                  <a:schemeClr val="bg1"/>
                </a:solidFill>
              </a:endParaRPr>
            </a:p>
          </p:txBody>
        </p:sp>
      </p:grpSp>
      <p:graphicFrame>
        <p:nvGraphicFramePr>
          <p:cNvPr id="11" name="Diagram 10">
            <a:extLst>
              <a:ext uri="{FF2B5EF4-FFF2-40B4-BE49-F238E27FC236}">
                <a16:creationId xmlns:a16="http://schemas.microsoft.com/office/drawing/2014/main" id="{79C5374C-0325-072B-B4F5-03AC5984E663}"/>
              </a:ext>
            </a:extLst>
          </p:cNvPr>
          <p:cNvGraphicFramePr/>
          <p:nvPr>
            <p:extLst>
              <p:ext uri="{D42A27DB-BD31-4B8C-83A1-F6EECF244321}">
                <p14:modId xmlns:p14="http://schemas.microsoft.com/office/powerpoint/2010/main" val="3293119044"/>
              </p:ext>
            </p:extLst>
          </p:nvPr>
        </p:nvGraphicFramePr>
        <p:xfrm>
          <a:off x="2910592" y="5289291"/>
          <a:ext cx="11996924" cy="42418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83717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AC7201-CEC1-263A-5802-E43FC04CBD1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373FAD-E0FD-5007-A4E4-FD12A9DE11A7}"/>
              </a:ext>
            </a:extLst>
          </p:cNvPr>
          <p:cNvSpPr/>
          <p:nvPr/>
        </p:nvSpPr>
        <p:spPr>
          <a:xfrm>
            <a:off x="14337376" y="-3238500"/>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a:extLst>
              <a:ext uri="{FF2B5EF4-FFF2-40B4-BE49-F238E27FC236}">
                <a16:creationId xmlns:a16="http://schemas.microsoft.com/office/drawing/2014/main" id="{C1728427-970F-C57F-44A2-753C48BBBBF0}"/>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AD63E91F-A030-DFE8-BE4F-EC1E682C077F}"/>
              </a:ext>
            </a:extLst>
          </p:cNvPr>
          <p:cNvSpPr>
            <a:spLocks/>
          </p:cNvSpPr>
          <p:nvPr/>
        </p:nvSpPr>
        <p:spPr>
          <a:xfrm>
            <a:off x="-3581400" y="-39243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A1D31F1E-2435-092C-4678-22E639DB4184}"/>
              </a:ext>
            </a:extLst>
          </p:cNvPr>
          <p:cNvSpPr>
            <a:spLocks/>
          </p:cNvSpPr>
          <p:nvPr/>
        </p:nvSpPr>
        <p:spPr>
          <a:xfrm>
            <a:off x="15240000" y="757306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8E06962F-DA83-A913-00BD-05D26543F86F}"/>
              </a:ext>
            </a:extLst>
          </p:cNvPr>
          <p:cNvGrpSpPr>
            <a:grpSpLocks/>
          </p:cNvGrpSpPr>
          <p:nvPr/>
        </p:nvGrpSpPr>
        <p:grpSpPr>
          <a:xfrm>
            <a:off x="17194876" y="1796449"/>
            <a:ext cx="1570279" cy="1570279"/>
            <a:chOff x="0" y="0"/>
            <a:chExt cx="812800" cy="812800"/>
          </a:xfrm>
        </p:grpSpPr>
        <p:sp>
          <p:nvSpPr>
            <p:cNvPr id="44" name="Freeform 44">
              <a:extLst>
                <a:ext uri="{FF2B5EF4-FFF2-40B4-BE49-F238E27FC236}">
                  <a16:creationId xmlns:a16="http://schemas.microsoft.com/office/drawing/2014/main" id="{61B6C8DA-CF09-D37F-DC45-C14312FCA7C1}"/>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FC6DE99E-DFD1-335D-16FA-B3699AAB5273}"/>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06582870-6692-5175-2FD3-D3E1F86B5C1B}"/>
              </a:ext>
            </a:extLst>
          </p:cNvPr>
          <p:cNvSpPr/>
          <p:nvPr/>
        </p:nvSpPr>
        <p:spPr>
          <a:xfrm>
            <a:off x="0" y="7658100"/>
            <a:ext cx="97536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ENCODING &amp; SPLITTING</a:t>
            </a:r>
          </a:p>
        </p:txBody>
      </p:sp>
      <p:grpSp>
        <p:nvGrpSpPr>
          <p:cNvPr id="6" name="Group 43">
            <a:extLst>
              <a:ext uri="{FF2B5EF4-FFF2-40B4-BE49-F238E27FC236}">
                <a16:creationId xmlns:a16="http://schemas.microsoft.com/office/drawing/2014/main" id="{ABEEF571-6C11-0A8B-0F40-F15D3370ADF4}"/>
              </a:ext>
            </a:extLst>
          </p:cNvPr>
          <p:cNvGrpSpPr>
            <a:grpSpLocks/>
          </p:cNvGrpSpPr>
          <p:nvPr/>
        </p:nvGrpSpPr>
        <p:grpSpPr>
          <a:xfrm>
            <a:off x="-579251" y="3171604"/>
            <a:ext cx="1570279" cy="1570279"/>
            <a:chOff x="0" y="0"/>
            <a:chExt cx="812800" cy="812800"/>
          </a:xfrm>
        </p:grpSpPr>
        <p:sp>
          <p:nvSpPr>
            <p:cNvPr id="7" name="Freeform 44">
              <a:extLst>
                <a:ext uri="{FF2B5EF4-FFF2-40B4-BE49-F238E27FC236}">
                  <a16:creationId xmlns:a16="http://schemas.microsoft.com/office/drawing/2014/main" id="{31743487-7284-7F77-0D6B-F6254BD2A2C1}"/>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8" name="TextBox 45">
              <a:extLst>
                <a:ext uri="{FF2B5EF4-FFF2-40B4-BE49-F238E27FC236}">
                  <a16:creationId xmlns:a16="http://schemas.microsoft.com/office/drawing/2014/main" id="{6BBE19D3-76AC-EB54-25F4-5C9E8357F0FF}"/>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Tree>
    <p:extLst>
      <p:ext uri="{BB962C8B-B14F-4D97-AF65-F5344CB8AC3E}">
        <p14:creationId xmlns:p14="http://schemas.microsoft.com/office/powerpoint/2010/main" val="215739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319DF-F5F2-F863-5E36-FB0A27AF2F9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A91D401-02D1-9709-E043-C68E2E08B0C2}"/>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DE643576-41B1-05DC-17DC-37AD6B6FD936}"/>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26B5E121-CC8D-4135-0FDF-98D888E056C2}"/>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B6650AFC-7DE5-99A3-D424-2A29AFE5D4EA}"/>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95FED64C-AE80-295F-F19F-8BD50A9689D8}"/>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9CAEAEB7-632D-DDA2-B5E5-41C35019A826}"/>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C80A3288-D5AC-1F13-ADBD-F50878143746}"/>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9B63502C-1F27-D572-1C6C-E9A4A598C2D1}"/>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3DC2CFD2-0364-4C60-3403-C634D478375F}"/>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6AEA6138-E7D6-48AD-5290-0226B310C852}"/>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E0C55E4F-1BB1-A1A3-B0B0-14445F4C7D9E}"/>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7AB3C3E2-A27A-1495-6709-838B04D5DCFE}"/>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37CDCDE5-B407-E62F-9A9B-2E199AC1C5BC}"/>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BBE63BDC-4DD5-006D-9D6E-240A39B793C2}"/>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ENCODING &amp; SPLITTING</a:t>
            </a:r>
          </a:p>
        </p:txBody>
      </p:sp>
      <p:grpSp>
        <p:nvGrpSpPr>
          <p:cNvPr id="43" name="Group 43">
            <a:extLst>
              <a:ext uri="{FF2B5EF4-FFF2-40B4-BE49-F238E27FC236}">
                <a16:creationId xmlns:a16="http://schemas.microsoft.com/office/drawing/2014/main" id="{234511AC-F842-386A-37A8-7029E891C634}"/>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24B61DB3-DD79-5301-04C1-DF269120EEA2}"/>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0AA061A3-26C1-F702-90E2-8474E1F85F38}"/>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9" name="Group 8">
            <a:extLst>
              <a:ext uri="{FF2B5EF4-FFF2-40B4-BE49-F238E27FC236}">
                <a16:creationId xmlns:a16="http://schemas.microsoft.com/office/drawing/2014/main" id="{4810227F-6278-95C5-03BE-1B20794E8F9C}"/>
              </a:ext>
            </a:extLst>
          </p:cNvPr>
          <p:cNvGrpSpPr/>
          <p:nvPr/>
        </p:nvGrpSpPr>
        <p:grpSpPr>
          <a:xfrm>
            <a:off x="3380485" y="2971849"/>
            <a:ext cx="11527031" cy="2319765"/>
            <a:chOff x="3380485" y="2971849"/>
            <a:chExt cx="11527031" cy="2319765"/>
          </a:xfrm>
        </p:grpSpPr>
        <p:sp>
          <p:nvSpPr>
            <p:cNvPr id="12" name="TextBox 12">
              <a:extLst>
                <a:ext uri="{FF2B5EF4-FFF2-40B4-BE49-F238E27FC236}">
                  <a16:creationId xmlns:a16="http://schemas.microsoft.com/office/drawing/2014/main" id="{1D7025AA-8D63-25D1-F639-96CF73FDA7E8}"/>
                </a:ext>
              </a:extLst>
            </p:cNvPr>
            <p:cNvSpPr txBox="1"/>
            <p:nvPr/>
          </p:nvSpPr>
          <p:spPr>
            <a:xfrm>
              <a:off x="3380485" y="3395049"/>
              <a:ext cx="11527031" cy="1896565"/>
            </a:xfrm>
            <a:prstGeom prst="rect">
              <a:avLst/>
            </a:prstGeom>
            <a:ln>
              <a:solidFill>
                <a:srgbClr val="E93CB0"/>
              </a:solidFill>
            </a:ln>
          </p:spPr>
          <p:txBody>
            <a:bodyPr lIns="50800" tIns="50800" rIns="50800" bIns="50800" rtlCol="0" anchor="ctr"/>
            <a:lstStyle/>
            <a:p>
              <a:pPr lvl="1"/>
              <a:r>
                <a:rPr lang="en-US" sz="3200" dirty="0">
                  <a:solidFill>
                    <a:schemeClr val="bg1"/>
                  </a:solidFill>
                </a:rPr>
                <a:t>We will perform encoding using </a:t>
              </a:r>
              <a:r>
                <a:rPr lang="en-US" sz="3200" dirty="0" err="1">
                  <a:solidFill>
                    <a:schemeClr val="bg1"/>
                  </a:solidFill>
                </a:rPr>
                <a:t>get_dummies</a:t>
              </a:r>
              <a:r>
                <a:rPr lang="en-US" sz="3200" dirty="0">
                  <a:solidFill>
                    <a:schemeClr val="bg1"/>
                  </a:solidFill>
                </a:rPr>
                <a:t> for all categorical features .</a:t>
              </a:r>
              <a:endParaRPr sz="3200" dirty="0">
                <a:solidFill>
                  <a:schemeClr val="bg1"/>
                </a:solidFill>
              </a:endParaRPr>
            </a:p>
          </p:txBody>
        </p:sp>
        <p:sp>
          <p:nvSpPr>
            <p:cNvPr id="18" name="TextBox 12">
              <a:extLst>
                <a:ext uri="{FF2B5EF4-FFF2-40B4-BE49-F238E27FC236}">
                  <a16:creationId xmlns:a16="http://schemas.microsoft.com/office/drawing/2014/main" id="{AD0F4A0B-6786-51C1-EBD5-EE67EAFDE921}"/>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ENCODING</a:t>
              </a:r>
              <a:endParaRPr sz="3200" dirty="0">
                <a:solidFill>
                  <a:schemeClr val="bg1"/>
                </a:solidFill>
              </a:endParaRPr>
            </a:p>
          </p:txBody>
        </p:sp>
      </p:grpSp>
      <p:grpSp>
        <p:nvGrpSpPr>
          <p:cNvPr id="11" name="Group 10">
            <a:extLst>
              <a:ext uri="{FF2B5EF4-FFF2-40B4-BE49-F238E27FC236}">
                <a16:creationId xmlns:a16="http://schemas.microsoft.com/office/drawing/2014/main" id="{9FFDEDB1-6F5F-1AB6-8C8B-42B78B40006F}"/>
              </a:ext>
            </a:extLst>
          </p:cNvPr>
          <p:cNvGrpSpPr/>
          <p:nvPr/>
        </p:nvGrpSpPr>
        <p:grpSpPr>
          <a:xfrm>
            <a:off x="3380484" y="6196080"/>
            <a:ext cx="11527031" cy="2244453"/>
            <a:chOff x="3380484" y="6196080"/>
            <a:chExt cx="11527031" cy="2244453"/>
          </a:xfrm>
        </p:grpSpPr>
        <p:sp>
          <p:nvSpPr>
            <p:cNvPr id="13" name="TextBox 12">
              <a:extLst>
                <a:ext uri="{FF2B5EF4-FFF2-40B4-BE49-F238E27FC236}">
                  <a16:creationId xmlns:a16="http://schemas.microsoft.com/office/drawing/2014/main" id="{BFD3F2FD-6349-9E42-AF03-F0BEEFA06CFB}"/>
                </a:ext>
              </a:extLst>
            </p:cNvPr>
            <p:cNvSpPr txBox="1"/>
            <p:nvPr/>
          </p:nvSpPr>
          <p:spPr>
            <a:xfrm>
              <a:off x="3380484" y="6543968"/>
              <a:ext cx="11527031" cy="1896565"/>
            </a:xfrm>
            <a:prstGeom prst="rect">
              <a:avLst/>
            </a:prstGeom>
            <a:ln>
              <a:solidFill>
                <a:srgbClr val="E93CB0"/>
              </a:solidFill>
            </a:ln>
          </p:spPr>
          <p:txBody>
            <a:bodyPr lIns="50800" tIns="50800" rIns="50800" bIns="50800" rtlCol="0" anchor="ctr"/>
            <a:lstStyle/>
            <a:p>
              <a:pPr lvl="1"/>
              <a:r>
                <a:rPr lang="en-US" sz="3200" dirty="0">
                  <a:solidFill>
                    <a:schemeClr val="bg1"/>
                  </a:solidFill>
                </a:rPr>
                <a:t>Splitting the data into train variables , test variables to train the model .</a:t>
              </a:r>
              <a:endParaRPr sz="3200" dirty="0">
                <a:solidFill>
                  <a:schemeClr val="bg1"/>
                </a:solidFill>
              </a:endParaRPr>
            </a:p>
          </p:txBody>
        </p:sp>
        <p:sp>
          <p:nvSpPr>
            <p:cNvPr id="16" name="TextBox 12">
              <a:extLst>
                <a:ext uri="{FF2B5EF4-FFF2-40B4-BE49-F238E27FC236}">
                  <a16:creationId xmlns:a16="http://schemas.microsoft.com/office/drawing/2014/main" id="{A1C287B1-521F-F086-DBAC-ABF5D37C4FE6}"/>
                </a:ext>
              </a:extLst>
            </p:cNvPr>
            <p:cNvSpPr txBox="1"/>
            <p:nvPr/>
          </p:nvSpPr>
          <p:spPr>
            <a:xfrm>
              <a:off x="3380484" y="6196080"/>
              <a:ext cx="4010915" cy="657987"/>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SPLITTING THE DATA</a:t>
              </a:r>
              <a:endParaRPr sz="3200" dirty="0">
                <a:solidFill>
                  <a:schemeClr val="bg1"/>
                </a:solidFill>
              </a:endParaRPr>
            </a:p>
          </p:txBody>
        </p:sp>
      </p:grpSp>
    </p:spTree>
    <p:extLst>
      <p:ext uri="{BB962C8B-B14F-4D97-AF65-F5344CB8AC3E}">
        <p14:creationId xmlns:p14="http://schemas.microsoft.com/office/powerpoint/2010/main" val="3281598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7781970-4164-EC36-9FAC-01E50CACAB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6398ED-351D-916E-BAB2-DEC89BABC53B}"/>
              </a:ext>
            </a:extLst>
          </p:cNvPr>
          <p:cNvSpPr/>
          <p:nvPr/>
        </p:nvSpPr>
        <p:spPr>
          <a:xfrm>
            <a:off x="14173200" y="3268217"/>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a:extLst>
              <a:ext uri="{FF2B5EF4-FFF2-40B4-BE49-F238E27FC236}">
                <a16:creationId xmlns:a16="http://schemas.microsoft.com/office/drawing/2014/main" id="{937A1518-F9D4-3CBD-5D89-435FFEC6B5F4}"/>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B9B87BFD-FB18-F02F-352C-71A075C252E4}"/>
              </a:ext>
            </a:extLst>
          </p:cNvPr>
          <p:cNvSpPr>
            <a:spLocks/>
          </p:cNvSpPr>
          <p:nvPr/>
        </p:nvSpPr>
        <p:spPr>
          <a:xfrm>
            <a:off x="-3581400" y="-39243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C676897F-18FF-8AE5-E741-47F111CE8D78}"/>
              </a:ext>
            </a:extLst>
          </p:cNvPr>
          <p:cNvSpPr>
            <a:spLocks/>
          </p:cNvSpPr>
          <p:nvPr/>
        </p:nvSpPr>
        <p:spPr>
          <a:xfrm>
            <a:off x="14173200" y="658246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EE117A13-EB61-7535-F94A-2A8A33EEAC87}"/>
              </a:ext>
            </a:extLst>
          </p:cNvPr>
          <p:cNvGrpSpPr>
            <a:grpSpLocks/>
          </p:cNvGrpSpPr>
          <p:nvPr/>
        </p:nvGrpSpPr>
        <p:grpSpPr>
          <a:xfrm>
            <a:off x="17030700" y="8303166"/>
            <a:ext cx="1570279" cy="1570279"/>
            <a:chOff x="0" y="0"/>
            <a:chExt cx="812800" cy="812800"/>
          </a:xfrm>
        </p:grpSpPr>
        <p:sp>
          <p:nvSpPr>
            <p:cNvPr id="44" name="Freeform 44">
              <a:extLst>
                <a:ext uri="{FF2B5EF4-FFF2-40B4-BE49-F238E27FC236}">
                  <a16:creationId xmlns:a16="http://schemas.microsoft.com/office/drawing/2014/main" id="{89CC60AD-DE5F-D05B-2799-5DD943B11144}"/>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353A0856-FF5D-C100-D556-3641E9B362A1}"/>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21CBD3D2-9758-7BAD-A53B-1256723E33CB}"/>
              </a:ext>
            </a:extLst>
          </p:cNvPr>
          <p:cNvSpPr/>
          <p:nvPr/>
        </p:nvSpPr>
        <p:spPr>
          <a:xfrm>
            <a:off x="0" y="7658100"/>
            <a:ext cx="53340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MODEL</a:t>
            </a:r>
          </a:p>
        </p:txBody>
      </p:sp>
      <p:grpSp>
        <p:nvGrpSpPr>
          <p:cNvPr id="6" name="Group 43">
            <a:extLst>
              <a:ext uri="{FF2B5EF4-FFF2-40B4-BE49-F238E27FC236}">
                <a16:creationId xmlns:a16="http://schemas.microsoft.com/office/drawing/2014/main" id="{389820D6-6A77-4FCD-7ECA-32AC31487F6A}"/>
              </a:ext>
            </a:extLst>
          </p:cNvPr>
          <p:cNvGrpSpPr>
            <a:grpSpLocks/>
          </p:cNvGrpSpPr>
          <p:nvPr/>
        </p:nvGrpSpPr>
        <p:grpSpPr>
          <a:xfrm>
            <a:off x="-579251" y="3009900"/>
            <a:ext cx="1570279" cy="1570279"/>
            <a:chOff x="0" y="0"/>
            <a:chExt cx="812800" cy="812800"/>
          </a:xfrm>
        </p:grpSpPr>
        <p:sp>
          <p:nvSpPr>
            <p:cNvPr id="7" name="Freeform 44">
              <a:extLst>
                <a:ext uri="{FF2B5EF4-FFF2-40B4-BE49-F238E27FC236}">
                  <a16:creationId xmlns:a16="http://schemas.microsoft.com/office/drawing/2014/main" id="{E8268EBA-913A-F32C-061E-91E60002CB05}"/>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8" name="TextBox 45">
              <a:extLst>
                <a:ext uri="{FF2B5EF4-FFF2-40B4-BE49-F238E27FC236}">
                  <a16:creationId xmlns:a16="http://schemas.microsoft.com/office/drawing/2014/main" id="{97DFF984-B628-3909-B39F-BBB3617B32B4}"/>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Tree>
    <p:extLst>
      <p:ext uri="{BB962C8B-B14F-4D97-AF65-F5344CB8AC3E}">
        <p14:creationId xmlns:p14="http://schemas.microsoft.com/office/powerpoint/2010/main" val="1348685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5D871-21AC-589F-DF6A-2F0D1AD909E4}"/>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D41FFD4-353A-4C59-ECC6-7F42A9D07331}"/>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BA8CBFEA-9764-EBC4-B615-3D68A0F080E2}"/>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5E400773-365A-AAB8-A67E-D2230B4F9EFD}"/>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81265219-A6E0-331E-D613-F0D36B9BC823}"/>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EBE1038F-C928-58BD-ECC4-3BCE6896101B}"/>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DF5DEB0-E60F-B612-754A-6CEF03F57EAC}"/>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73C25685-70CA-42C0-CCEE-5458497296F4}"/>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37C6B2A7-45D0-1E7A-7928-D6B5B390CD12}"/>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DC40B093-0245-8520-84BD-C9BD25B5557A}"/>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A8019FF2-AC2A-EEDC-4613-2D0B38F09DAD}"/>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B6F122FE-A2F5-1032-7443-E4885BC3691F}"/>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7188E809-87FF-F325-B899-C84F3FE8E021}"/>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47E750CF-73CA-019E-ED16-F77D07C923C4}"/>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16E9D8F3-A36F-4B18-AE9A-1E5F9CA2AF6E}"/>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TRYING MULTIPLE MODELS</a:t>
            </a:r>
          </a:p>
        </p:txBody>
      </p:sp>
      <p:grpSp>
        <p:nvGrpSpPr>
          <p:cNvPr id="43" name="Group 43">
            <a:extLst>
              <a:ext uri="{FF2B5EF4-FFF2-40B4-BE49-F238E27FC236}">
                <a16:creationId xmlns:a16="http://schemas.microsoft.com/office/drawing/2014/main" id="{1B6E37CF-6367-9FF3-C612-F29478E3D58B}"/>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B9847FB1-F9EC-C10E-6581-E641C67697DD}"/>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FF4AA512-F3F0-B12E-4909-038C564B6E4D}"/>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0" name="Group 9">
            <a:extLst>
              <a:ext uri="{FF2B5EF4-FFF2-40B4-BE49-F238E27FC236}">
                <a16:creationId xmlns:a16="http://schemas.microsoft.com/office/drawing/2014/main" id="{C1B6B4F6-4E4F-54F8-3E77-1B9A3D97D9D1}"/>
              </a:ext>
            </a:extLst>
          </p:cNvPr>
          <p:cNvGrpSpPr/>
          <p:nvPr/>
        </p:nvGrpSpPr>
        <p:grpSpPr>
          <a:xfrm>
            <a:off x="3380485" y="2857500"/>
            <a:ext cx="11527031" cy="2438401"/>
            <a:chOff x="3380485" y="2971849"/>
            <a:chExt cx="11527031" cy="2438401"/>
          </a:xfrm>
        </p:grpSpPr>
        <p:sp>
          <p:nvSpPr>
            <p:cNvPr id="12" name="TextBox 12">
              <a:extLst>
                <a:ext uri="{FF2B5EF4-FFF2-40B4-BE49-F238E27FC236}">
                  <a16:creationId xmlns:a16="http://schemas.microsoft.com/office/drawing/2014/main" id="{F7846F1C-E741-43A2-6614-FF77CED1E084}"/>
                </a:ext>
              </a:extLst>
            </p:cNvPr>
            <p:cNvSpPr txBox="1"/>
            <p:nvPr/>
          </p:nvSpPr>
          <p:spPr>
            <a:xfrm>
              <a:off x="3380485" y="3395050"/>
              <a:ext cx="11527031" cy="2015200"/>
            </a:xfrm>
            <a:prstGeom prst="rect">
              <a:avLst/>
            </a:prstGeom>
            <a:ln>
              <a:solidFill>
                <a:srgbClr val="E93CB0"/>
              </a:solidFill>
            </a:ln>
          </p:spPr>
          <p:txBody>
            <a:bodyPr lIns="50800" tIns="50800" rIns="50800" bIns="50800" rtlCol="0" anchor="ctr"/>
            <a:lstStyle/>
            <a:p>
              <a:pPr lvl="1"/>
              <a:r>
                <a:rPr lang="en-US" sz="3200" dirty="0">
                  <a:solidFill>
                    <a:schemeClr val="bg1"/>
                  </a:solidFill>
                </a:rPr>
                <a:t>We tried LogisticRegression , and gives the least accuracy.</a:t>
              </a:r>
              <a:endParaRPr sz="3200" dirty="0">
                <a:solidFill>
                  <a:schemeClr val="bg1"/>
                </a:solidFill>
              </a:endParaRPr>
            </a:p>
          </p:txBody>
        </p:sp>
        <p:sp>
          <p:nvSpPr>
            <p:cNvPr id="18" name="TextBox 12">
              <a:extLst>
                <a:ext uri="{FF2B5EF4-FFF2-40B4-BE49-F238E27FC236}">
                  <a16:creationId xmlns:a16="http://schemas.microsoft.com/office/drawing/2014/main" id="{EE231F57-51D6-8B9B-F5E1-FE17C556CF01}"/>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MODEL 1</a:t>
              </a:r>
              <a:endParaRPr sz="3200" dirty="0">
                <a:solidFill>
                  <a:schemeClr val="bg1"/>
                </a:solidFill>
              </a:endParaRPr>
            </a:p>
          </p:txBody>
        </p:sp>
      </p:grpSp>
      <p:grpSp>
        <p:nvGrpSpPr>
          <p:cNvPr id="11" name="Group 10">
            <a:extLst>
              <a:ext uri="{FF2B5EF4-FFF2-40B4-BE49-F238E27FC236}">
                <a16:creationId xmlns:a16="http://schemas.microsoft.com/office/drawing/2014/main" id="{7E8E9787-4168-DA8C-B1D5-DDB3AADE1206}"/>
              </a:ext>
            </a:extLst>
          </p:cNvPr>
          <p:cNvGrpSpPr/>
          <p:nvPr/>
        </p:nvGrpSpPr>
        <p:grpSpPr>
          <a:xfrm>
            <a:off x="3380485" y="5905500"/>
            <a:ext cx="11527031" cy="3772006"/>
            <a:chOff x="3380485" y="5905500"/>
            <a:chExt cx="11527031" cy="3772006"/>
          </a:xfrm>
        </p:grpSpPr>
        <p:sp>
          <p:nvSpPr>
            <p:cNvPr id="15" name="TextBox 12">
              <a:extLst>
                <a:ext uri="{FF2B5EF4-FFF2-40B4-BE49-F238E27FC236}">
                  <a16:creationId xmlns:a16="http://schemas.microsoft.com/office/drawing/2014/main" id="{654760CB-4D02-5EF5-A190-2342B32BCF47}"/>
                </a:ext>
              </a:extLst>
            </p:cNvPr>
            <p:cNvSpPr txBox="1"/>
            <p:nvPr/>
          </p:nvSpPr>
          <p:spPr>
            <a:xfrm>
              <a:off x="3380485" y="6758574"/>
              <a:ext cx="11527031" cy="2918932"/>
            </a:xfrm>
            <a:prstGeom prst="rect">
              <a:avLst/>
            </a:prstGeom>
            <a:blipFill>
              <a:blip r:embed="rId6">
                <a:alphaModFix amt="61000"/>
              </a:blip>
              <a:stretch>
                <a:fillRect/>
              </a:stretch>
            </a:blipFill>
            <a:ln w="12700">
              <a:solidFill>
                <a:srgbClr val="E93CB0"/>
              </a:solidFill>
            </a:ln>
          </p:spPr>
          <p:txBody>
            <a:bodyPr lIns="50800" tIns="50800" rIns="50800" bIns="50800" rtlCol="0" anchor="ctr"/>
            <a:lstStyle/>
            <a:p>
              <a:pPr lvl="1"/>
              <a:endParaRPr lang="en-US" sz="3200" dirty="0">
                <a:solidFill>
                  <a:schemeClr val="bg1"/>
                </a:solidFill>
              </a:endParaRPr>
            </a:p>
          </p:txBody>
        </p:sp>
        <p:sp>
          <p:nvSpPr>
            <p:cNvPr id="17" name="TextBox 12">
              <a:extLst>
                <a:ext uri="{FF2B5EF4-FFF2-40B4-BE49-F238E27FC236}">
                  <a16:creationId xmlns:a16="http://schemas.microsoft.com/office/drawing/2014/main" id="{2FC090B7-C4B8-BFA8-66F8-C9FAF4E8BD37}"/>
                </a:ext>
              </a:extLst>
            </p:cNvPr>
            <p:cNvSpPr txBox="1"/>
            <p:nvPr/>
          </p:nvSpPr>
          <p:spPr>
            <a:xfrm>
              <a:off x="3380485" y="5905500"/>
              <a:ext cx="3553715" cy="793325"/>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OUR EVALUATION</a:t>
              </a:r>
              <a:endParaRPr sz="3200" dirty="0">
                <a:solidFill>
                  <a:schemeClr val="bg1"/>
                </a:solidFill>
              </a:endParaRPr>
            </a:p>
          </p:txBody>
        </p:sp>
      </p:grpSp>
    </p:spTree>
    <p:extLst>
      <p:ext uri="{BB962C8B-B14F-4D97-AF65-F5344CB8AC3E}">
        <p14:creationId xmlns:p14="http://schemas.microsoft.com/office/powerpoint/2010/main" val="3580760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1F42-3F21-7F15-8EE4-7A5DB4CCDA7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F39DEBA-B4FA-46EF-D75A-2E17D38EEF42}"/>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631A4A27-7DD4-BD2F-5731-FBC9A8157FB4}"/>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CAA86817-B387-C8B1-E91B-3BEB3FB7AE4D}"/>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A45BDA1D-1C51-776A-AB92-D4DCD09DA7CB}"/>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760915E0-E2DF-5DB4-F55C-32B854F7A7A6}"/>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4CE00F17-1C1C-9FA3-B8F6-B15BC64CC845}"/>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1EFE7996-6391-0700-D9FF-4450F6DB2812}"/>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74B701F6-4A7F-9C8D-C6FB-16E7DC4004D7}"/>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DD9A03B6-CBF8-B73E-533F-C0E9858122F6}"/>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65EEB5C0-109C-F7C4-0976-F1BA317E194D}"/>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53027D0F-C10E-484F-BB18-B8DD1296F0F0}"/>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31908E25-DE53-8621-365E-3A67A0BA8774}"/>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E7BAEEDC-88C3-85EE-369F-81CEA83480F2}"/>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2CED9143-7A65-A2FA-64F3-C18F9B1849EF}"/>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TRYING MULTIPLE MODELS</a:t>
            </a:r>
          </a:p>
        </p:txBody>
      </p:sp>
      <p:grpSp>
        <p:nvGrpSpPr>
          <p:cNvPr id="43" name="Group 43">
            <a:extLst>
              <a:ext uri="{FF2B5EF4-FFF2-40B4-BE49-F238E27FC236}">
                <a16:creationId xmlns:a16="http://schemas.microsoft.com/office/drawing/2014/main" id="{9C7D5B70-43DD-7FB8-E3F4-3E6CA1078F22}"/>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F3C933F8-7061-CFCC-9E4D-1C912C33A0AE}"/>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05969757-517E-8114-A8F9-C38585795C51}"/>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0" name="Group 9">
            <a:extLst>
              <a:ext uri="{FF2B5EF4-FFF2-40B4-BE49-F238E27FC236}">
                <a16:creationId xmlns:a16="http://schemas.microsoft.com/office/drawing/2014/main" id="{3D1D1676-F25F-EA21-450D-D941C0FF18FC}"/>
              </a:ext>
            </a:extLst>
          </p:cNvPr>
          <p:cNvGrpSpPr/>
          <p:nvPr/>
        </p:nvGrpSpPr>
        <p:grpSpPr>
          <a:xfrm>
            <a:off x="3380485" y="2857500"/>
            <a:ext cx="11527031" cy="2438401"/>
            <a:chOff x="3380485" y="2971849"/>
            <a:chExt cx="11527031" cy="2438401"/>
          </a:xfrm>
        </p:grpSpPr>
        <p:sp>
          <p:nvSpPr>
            <p:cNvPr id="12" name="TextBox 12">
              <a:extLst>
                <a:ext uri="{FF2B5EF4-FFF2-40B4-BE49-F238E27FC236}">
                  <a16:creationId xmlns:a16="http://schemas.microsoft.com/office/drawing/2014/main" id="{BA3CBCDC-D029-448A-B89B-031D1E8A5B33}"/>
                </a:ext>
              </a:extLst>
            </p:cNvPr>
            <p:cNvSpPr txBox="1"/>
            <p:nvPr/>
          </p:nvSpPr>
          <p:spPr>
            <a:xfrm>
              <a:off x="3380485" y="3395050"/>
              <a:ext cx="11527031" cy="2015200"/>
            </a:xfrm>
            <a:prstGeom prst="rect">
              <a:avLst/>
            </a:prstGeom>
            <a:ln>
              <a:solidFill>
                <a:srgbClr val="E93CB0"/>
              </a:solidFill>
            </a:ln>
          </p:spPr>
          <p:txBody>
            <a:bodyPr lIns="50800" tIns="50800" rIns="50800" bIns="50800" rtlCol="0" anchor="ctr"/>
            <a:lstStyle/>
            <a:p>
              <a:pPr lvl="1"/>
              <a:r>
                <a:rPr lang="en-US" sz="3200" dirty="0">
                  <a:solidFill>
                    <a:schemeClr val="bg1"/>
                  </a:solidFill>
                </a:rPr>
                <a:t>We tried </a:t>
              </a:r>
              <a:r>
                <a:rPr lang="en-US" sz="3200" dirty="0" err="1">
                  <a:solidFill>
                    <a:schemeClr val="bg1"/>
                  </a:solidFill>
                </a:rPr>
                <a:t>DecisionTree</a:t>
              </a:r>
              <a:r>
                <a:rPr lang="en-US" sz="3200" dirty="0">
                  <a:solidFill>
                    <a:schemeClr val="bg1"/>
                  </a:solidFill>
                </a:rPr>
                <a:t> , and gives an accuracy less than base model .</a:t>
              </a:r>
              <a:endParaRPr sz="3200" dirty="0">
                <a:solidFill>
                  <a:schemeClr val="bg1"/>
                </a:solidFill>
              </a:endParaRPr>
            </a:p>
          </p:txBody>
        </p:sp>
        <p:sp>
          <p:nvSpPr>
            <p:cNvPr id="18" name="TextBox 12">
              <a:extLst>
                <a:ext uri="{FF2B5EF4-FFF2-40B4-BE49-F238E27FC236}">
                  <a16:creationId xmlns:a16="http://schemas.microsoft.com/office/drawing/2014/main" id="{5CCC3A62-B0DA-E43F-57A7-E3CF1C956FD4}"/>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MODEL 2</a:t>
              </a:r>
              <a:endParaRPr sz="3200" dirty="0">
                <a:solidFill>
                  <a:schemeClr val="bg1"/>
                </a:solidFill>
              </a:endParaRPr>
            </a:p>
          </p:txBody>
        </p:sp>
      </p:grpSp>
      <p:grpSp>
        <p:nvGrpSpPr>
          <p:cNvPr id="11" name="Group 10">
            <a:extLst>
              <a:ext uri="{FF2B5EF4-FFF2-40B4-BE49-F238E27FC236}">
                <a16:creationId xmlns:a16="http://schemas.microsoft.com/office/drawing/2014/main" id="{A9D2B771-5D9C-8056-74C3-7A10A24C321D}"/>
              </a:ext>
            </a:extLst>
          </p:cNvPr>
          <p:cNvGrpSpPr/>
          <p:nvPr/>
        </p:nvGrpSpPr>
        <p:grpSpPr>
          <a:xfrm>
            <a:off x="3380485" y="5905500"/>
            <a:ext cx="11527031" cy="3772006"/>
            <a:chOff x="3380485" y="5905500"/>
            <a:chExt cx="11527031" cy="3772006"/>
          </a:xfrm>
        </p:grpSpPr>
        <p:sp>
          <p:nvSpPr>
            <p:cNvPr id="15" name="TextBox 12">
              <a:extLst>
                <a:ext uri="{FF2B5EF4-FFF2-40B4-BE49-F238E27FC236}">
                  <a16:creationId xmlns:a16="http://schemas.microsoft.com/office/drawing/2014/main" id="{4B0DEF9B-9DAC-0C17-58CD-EB2BD3DB3313}"/>
                </a:ext>
              </a:extLst>
            </p:cNvPr>
            <p:cNvSpPr txBox="1"/>
            <p:nvPr/>
          </p:nvSpPr>
          <p:spPr>
            <a:xfrm>
              <a:off x="3380485" y="6758574"/>
              <a:ext cx="11527031" cy="2918932"/>
            </a:xfrm>
            <a:prstGeom prst="rect">
              <a:avLst/>
            </a:prstGeom>
            <a:blipFill>
              <a:blip r:embed="rId6">
                <a:alphaModFix amt="61000"/>
              </a:blip>
              <a:stretch>
                <a:fillRect/>
              </a:stretch>
            </a:blipFill>
            <a:ln w="12700">
              <a:solidFill>
                <a:srgbClr val="E93CB0"/>
              </a:solidFill>
            </a:ln>
          </p:spPr>
          <p:txBody>
            <a:bodyPr lIns="50800" tIns="50800" rIns="50800" bIns="50800" rtlCol="0" anchor="ctr"/>
            <a:lstStyle/>
            <a:p>
              <a:pPr lvl="1"/>
              <a:endParaRPr lang="en-US" sz="3200" dirty="0">
                <a:solidFill>
                  <a:schemeClr val="bg1"/>
                </a:solidFill>
              </a:endParaRPr>
            </a:p>
          </p:txBody>
        </p:sp>
        <p:sp>
          <p:nvSpPr>
            <p:cNvPr id="17" name="TextBox 12">
              <a:extLst>
                <a:ext uri="{FF2B5EF4-FFF2-40B4-BE49-F238E27FC236}">
                  <a16:creationId xmlns:a16="http://schemas.microsoft.com/office/drawing/2014/main" id="{99826DE6-93F5-88F1-5D19-6C7CDD78F95A}"/>
                </a:ext>
              </a:extLst>
            </p:cNvPr>
            <p:cNvSpPr txBox="1"/>
            <p:nvPr/>
          </p:nvSpPr>
          <p:spPr>
            <a:xfrm>
              <a:off x="3380485" y="5905500"/>
              <a:ext cx="3553715" cy="793325"/>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OUR EVALUATION</a:t>
              </a:r>
              <a:endParaRPr sz="3200" dirty="0">
                <a:solidFill>
                  <a:schemeClr val="bg1"/>
                </a:solidFill>
              </a:endParaRPr>
            </a:p>
          </p:txBody>
        </p:sp>
      </p:grpSp>
    </p:spTree>
    <p:extLst>
      <p:ext uri="{BB962C8B-B14F-4D97-AF65-F5344CB8AC3E}">
        <p14:creationId xmlns:p14="http://schemas.microsoft.com/office/powerpoint/2010/main" val="3217717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01FE-3A2F-3FC6-2C08-61E5B80C4A3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CAEAAC0A-BB59-CA8B-9FA1-7DC9DD26AFE9}"/>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7669DE01-C1AB-9B81-ECE6-80F0796D0606}"/>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62227965-B967-0424-6CE4-F5DE22C11432}"/>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2FF5B99F-1A6A-591A-C573-189B56C746EF}"/>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DB88FB7D-8B3B-FFB1-1712-B380E6D11EF3}"/>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8BD85877-54FD-F2A0-1C75-3E0667484006}"/>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D6416750-8092-9532-747F-F179066B787E}"/>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9551644B-8881-A7B9-59BE-D7390A78572A}"/>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398466DF-0482-FDEA-206D-820EC69C1FB5}"/>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54E95407-0291-E67C-8DC3-2184256FB25C}"/>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E0BF6994-2C12-08ED-4969-2308E0A02F1B}"/>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D755BCFE-D988-9541-39F6-D27AF95A781C}"/>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EE80E039-AB7D-8F80-2B54-6EAF247D3BBE}"/>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00CD5AAF-299D-6494-7393-AC18F9572452}"/>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TRYING MULTIPLE MODELS</a:t>
            </a:r>
          </a:p>
        </p:txBody>
      </p:sp>
      <p:grpSp>
        <p:nvGrpSpPr>
          <p:cNvPr id="43" name="Group 43">
            <a:extLst>
              <a:ext uri="{FF2B5EF4-FFF2-40B4-BE49-F238E27FC236}">
                <a16:creationId xmlns:a16="http://schemas.microsoft.com/office/drawing/2014/main" id="{726155F4-7721-2F48-4BED-C10729833BE4}"/>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403BC241-604E-85C2-FE62-6D6BB05A00B5}"/>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CA408412-4AF5-6DC9-ABF3-9E1E6BB01A98}"/>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0" name="Group 9">
            <a:extLst>
              <a:ext uri="{FF2B5EF4-FFF2-40B4-BE49-F238E27FC236}">
                <a16:creationId xmlns:a16="http://schemas.microsoft.com/office/drawing/2014/main" id="{E448EB5D-6C99-BCDF-9115-0BBC42D023B5}"/>
              </a:ext>
            </a:extLst>
          </p:cNvPr>
          <p:cNvGrpSpPr/>
          <p:nvPr/>
        </p:nvGrpSpPr>
        <p:grpSpPr>
          <a:xfrm>
            <a:off x="3380485" y="2857500"/>
            <a:ext cx="11527031" cy="2438401"/>
            <a:chOff x="3380485" y="2971849"/>
            <a:chExt cx="11527031" cy="2438401"/>
          </a:xfrm>
        </p:grpSpPr>
        <p:sp>
          <p:nvSpPr>
            <p:cNvPr id="12" name="TextBox 12">
              <a:extLst>
                <a:ext uri="{FF2B5EF4-FFF2-40B4-BE49-F238E27FC236}">
                  <a16:creationId xmlns:a16="http://schemas.microsoft.com/office/drawing/2014/main" id="{7794FBAE-4987-D3F6-D4AC-EC22C86B2982}"/>
                </a:ext>
              </a:extLst>
            </p:cNvPr>
            <p:cNvSpPr txBox="1"/>
            <p:nvPr/>
          </p:nvSpPr>
          <p:spPr>
            <a:xfrm>
              <a:off x="3380485" y="3395050"/>
              <a:ext cx="11527031" cy="2015200"/>
            </a:xfrm>
            <a:prstGeom prst="rect">
              <a:avLst/>
            </a:prstGeom>
            <a:ln>
              <a:solidFill>
                <a:srgbClr val="E93CB0"/>
              </a:solidFill>
            </a:ln>
          </p:spPr>
          <p:txBody>
            <a:bodyPr lIns="50800" tIns="50800" rIns="50800" bIns="50800" rtlCol="0" anchor="ctr"/>
            <a:lstStyle/>
            <a:p>
              <a:pPr lvl="1"/>
              <a:r>
                <a:rPr lang="en-US" sz="3200" dirty="0">
                  <a:solidFill>
                    <a:schemeClr val="bg1"/>
                  </a:solidFill>
                </a:rPr>
                <a:t>we tried </a:t>
              </a:r>
              <a:r>
                <a:rPr lang="en-US" sz="3200" dirty="0" err="1">
                  <a:solidFill>
                    <a:schemeClr val="bg1"/>
                  </a:solidFill>
                </a:rPr>
                <a:t>RandomForest</a:t>
              </a:r>
              <a:r>
                <a:rPr lang="en-US" sz="3200" dirty="0">
                  <a:solidFill>
                    <a:schemeClr val="bg1"/>
                  </a:solidFill>
                </a:rPr>
                <a:t> , and gives the same of base model .</a:t>
              </a:r>
              <a:endParaRPr sz="3200" dirty="0">
                <a:solidFill>
                  <a:schemeClr val="bg1"/>
                </a:solidFill>
              </a:endParaRPr>
            </a:p>
          </p:txBody>
        </p:sp>
        <p:sp>
          <p:nvSpPr>
            <p:cNvPr id="18" name="TextBox 12">
              <a:extLst>
                <a:ext uri="{FF2B5EF4-FFF2-40B4-BE49-F238E27FC236}">
                  <a16:creationId xmlns:a16="http://schemas.microsoft.com/office/drawing/2014/main" id="{9BAB94E0-43C6-3AD7-246C-5EFDCE46916A}"/>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MODEL 3</a:t>
              </a:r>
              <a:endParaRPr sz="3200" dirty="0">
                <a:solidFill>
                  <a:schemeClr val="bg1"/>
                </a:solidFill>
              </a:endParaRPr>
            </a:p>
          </p:txBody>
        </p:sp>
      </p:grpSp>
      <p:grpSp>
        <p:nvGrpSpPr>
          <p:cNvPr id="11" name="Group 10">
            <a:extLst>
              <a:ext uri="{FF2B5EF4-FFF2-40B4-BE49-F238E27FC236}">
                <a16:creationId xmlns:a16="http://schemas.microsoft.com/office/drawing/2014/main" id="{39A914AB-308E-F822-A88A-9D9B6CD1CEDB}"/>
              </a:ext>
            </a:extLst>
          </p:cNvPr>
          <p:cNvGrpSpPr/>
          <p:nvPr/>
        </p:nvGrpSpPr>
        <p:grpSpPr>
          <a:xfrm>
            <a:off x="3380485" y="5905500"/>
            <a:ext cx="11527031" cy="3772006"/>
            <a:chOff x="3380485" y="5905500"/>
            <a:chExt cx="11527031" cy="3772006"/>
          </a:xfrm>
        </p:grpSpPr>
        <p:sp>
          <p:nvSpPr>
            <p:cNvPr id="15" name="TextBox 12">
              <a:extLst>
                <a:ext uri="{FF2B5EF4-FFF2-40B4-BE49-F238E27FC236}">
                  <a16:creationId xmlns:a16="http://schemas.microsoft.com/office/drawing/2014/main" id="{76B9699A-0438-D317-5631-3BE3410FF644}"/>
                </a:ext>
              </a:extLst>
            </p:cNvPr>
            <p:cNvSpPr txBox="1"/>
            <p:nvPr/>
          </p:nvSpPr>
          <p:spPr>
            <a:xfrm>
              <a:off x="3380485" y="6758574"/>
              <a:ext cx="11527031" cy="2918932"/>
            </a:xfrm>
            <a:prstGeom prst="rect">
              <a:avLst/>
            </a:prstGeom>
            <a:blipFill>
              <a:blip r:embed="rId6">
                <a:alphaModFix amt="61000"/>
              </a:blip>
              <a:stretch>
                <a:fillRect/>
              </a:stretch>
            </a:blipFill>
            <a:ln w="12700">
              <a:solidFill>
                <a:srgbClr val="E93CB0"/>
              </a:solidFill>
            </a:ln>
          </p:spPr>
          <p:txBody>
            <a:bodyPr lIns="50800" tIns="50800" rIns="50800" bIns="50800" rtlCol="0" anchor="ctr"/>
            <a:lstStyle/>
            <a:p>
              <a:pPr lvl="1"/>
              <a:endParaRPr lang="en-US" sz="3200" dirty="0">
                <a:solidFill>
                  <a:schemeClr val="bg1"/>
                </a:solidFill>
              </a:endParaRPr>
            </a:p>
          </p:txBody>
        </p:sp>
        <p:sp>
          <p:nvSpPr>
            <p:cNvPr id="17" name="TextBox 12">
              <a:extLst>
                <a:ext uri="{FF2B5EF4-FFF2-40B4-BE49-F238E27FC236}">
                  <a16:creationId xmlns:a16="http://schemas.microsoft.com/office/drawing/2014/main" id="{D4BE602F-4F01-5019-FF2A-14613237F13A}"/>
                </a:ext>
              </a:extLst>
            </p:cNvPr>
            <p:cNvSpPr txBox="1"/>
            <p:nvPr/>
          </p:nvSpPr>
          <p:spPr>
            <a:xfrm>
              <a:off x="3380485" y="5905500"/>
              <a:ext cx="3553715" cy="793325"/>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OUR EVALUATION</a:t>
              </a:r>
              <a:endParaRPr sz="3200" dirty="0">
                <a:solidFill>
                  <a:schemeClr val="bg1"/>
                </a:solidFill>
              </a:endParaRPr>
            </a:p>
          </p:txBody>
        </p:sp>
      </p:grpSp>
    </p:spTree>
    <p:extLst>
      <p:ext uri="{BB962C8B-B14F-4D97-AF65-F5344CB8AC3E}">
        <p14:creationId xmlns:p14="http://schemas.microsoft.com/office/powerpoint/2010/main" val="1161542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D17D-C0AE-88D1-7F9D-E8B6EF83EA4A}"/>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07335FA-0CA8-4992-41AD-3229A8EBE8D9}"/>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39D6A658-3E9D-C7DA-8102-889C6E151425}"/>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365BE6CF-4B4F-3A18-C28D-CBE0D62834B7}"/>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9910C082-A3E2-6609-E1FB-C49CFB396862}"/>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5D4C7E48-7905-5364-E5D2-D2A88962BA99}"/>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93E37AB-EC2B-1034-9104-2D54E325F024}"/>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6DD55894-0FD3-ACB1-4451-8EA94B6B5CA9}"/>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2C28FCF6-8E7D-E31F-C92F-EFFE5FC24102}"/>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AAC9BE9C-B778-6B2E-4B0A-CBFC15D79615}"/>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04DD4BC6-04F2-F18A-7CFD-758D8D299F52}"/>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6AFFFEAD-56B4-3576-2CD5-83FF7AA96A24}"/>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1C010B22-705D-A391-5F23-666F7F0DD3D1}"/>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FFE663C1-7B53-B392-1777-319FC3CF2C99}"/>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EF74526D-4AC6-1DC6-8D6B-D922D611A48E}"/>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MODEL TRAINING</a:t>
            </a:r>
          </a:p>
        </p:txBody>
      </p:sp>
      <p:grpSp>
        <p:nvGrpSpPr>
          <p:cNvPr id="43" name="Group 43">
            <a:extLst>
              <a:ext uri="{FF2B5EF4-FFF2-40B4-BE49-F238E27FC236}">
                <a16:creationId xmlns:a16="http://schemas.microsoft.com/office/drawing/2014/main" id="{710B65DF-5B1A-4BAD-9BDC-9F613A0F1213}"/>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D347BB53-B520-7D0C-B2D0-362C7EBC78B0}"/>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1056112C-4DD3-25F9-48FA-0E08F924745A}"/>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0" name="Group 9">
            <a:extLst>
              <a:ext uri="{FF2B5EF4-FFF2-40B4-BE49-F238E27FC236}">
                <a16:creationId xmlns:a16="http://schemas.microsoft.com/office/drawing/2014/main" id="{F1BA0269-810C-8B03-2987-7882C7608381}"/>
              </a:ext>
            </a:extLst>
          </p:cNvPr>
          <p:cNvGrpSpPr/>
          <p:nvPr/>
        </p:nvGrpSpPr>
        <p:grpSpPr>
          <a:xfrm>
            <a:off x="3380485" y="2857500"/>
            <a:ext cx="11527031" cy="3224231"/>
            <a:chOff x="3380485" y="2971849"/>
            <a:chExt cx="11527031" cy="3224231"/>
          </a:xfrm>
        </p:grpSpPr>
        <p:sp>
          <p:nvSpPr>
            <p:cNvPr id="12" name="TextBox 12">
              <a:extLst>
                <a:ext uri="{FF2B5EF4-FFF2-40B4-BE49-F238E27FC236}">
                  <a16:creationId xmlns:a16="http://schemas.microsoft.com/office/drawing/2014/main" id="{440CAADD-2A32-0848-19FD-15F64CB97231}"/>
                </a:ext>
              </a:extLst>
            </p:cNvPr>
            <p:cNvSpPr txBox="1"/>
            <p:nvPr/>
          </p:nvSpPr>
          <p:spPr>
            <a:xfrm>
              <a:off x="3380485" y="3395049"/>
              <a:ext cx="11527031" cy="2801031"/>
            </a:xfrm>
            <a:prstGeom prst="rect">
              <a:avLst/>
            </a:prstGeom>
            <a:ln>
              <a:solidFill>
                <a:srgbClr val="E93CB0"/>
              </a:solidFill>
            </a:ln>
          </p:spPr>
          <p:txBody>
            <a:bodyPr lIns="50800" tIns="50800" rIns="50800" bIns="50800" rtlCol="0" anchor="ctr"/>
            <a:lstStyle/>
            <a:p>
              <a:pPr lvl="1"/>
              <a:r>
                <a:rPr lang="en-US" sz="3200" dirty="0">
                  <a:solidFill>
                    <a:schemeClr val="bg1"/>
                  </a:solidFill>
                </a:rPr>
                <a:t>We will create a classification model , so we prefer to use </a:t>
              </a:r>
              <a:r>
                <a:rPr lang="en-US" sz="3200" dirty="0" err="1">
                  <a:solidFill>
                    <a:schemeClr val="bg1"/>
                  </a:solidFill>
                </a:rPr>
                <a:t>VotingClassifier</a:t>
              </a:r>
              <a:r>
                <a:rPr lang="en-US" sz="3200" dirty="0">
                  <a:solidFill>
                    <a:schemeClr val="bg1"/>
                  </a:solidFill>
                </a:rPr>
                <a:t> to try any num. of models on the data then get take the majority , we have used random forest , decision tree , logistic regression . </a:t>
              </a:r>
              <a:endParaRPr sz="3200" dirty="0">
                <a:solidFill>
                  <a:schemeClr val="bg1"/>
                </a:solidFill>
              </a:endParaRPr>
            </a:p>
          </p:txBody>
        </p:sp>
        <p:sp>
          <p:nvSpPr>
            <p:cNvPr id="18" name="TextBox 12">
              <a:extLst>
                <a:ext uri="{FF2B5EF4-FFF2-40B4-BE49-F238E27FC236}">
                  <a16:creationId xmlns:a16="http://schemas.microsoft.com/office/drawing/2014/main" id="{4FBA8696-35AB-28F0-B015-6DBF0F9DC5FB}"/>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BASE MODEL</a:t>
              </a:r>
              <a:endParaRPr sz="3200" dirty="0">
                <a:solidFill>
                  <a:schemeClr val="bg1"/>
                </a:solidFill>
              </a:endParaRPr>
            </a:p>
          </p:txBody>
        </p:sp>
      </p:grpSp>
      <p:grpSp>
        <p:nvGrpSpPr>
          <p:cNvPr id="14" name="Group 13">
            <a:extLst>
              <a:ext uri="{FF2B5EF4-FFF2-40B4-BE49-F238E27FC236}">
                <a16:creationId xmlns:a16="http://schemas.microsoft.com/office/drawing/2014/main" id="{4A19782B-5C01-4A7D-E260-23B05BC8C198}"/>
              </a:ext>
            </a:extLst>
          </p:cNvPr>
          <p:cNvGrpSpPr/>
          <p:nvPr/>
        </p:nvGrpSpPr>
        <p:grpSpPr>
          <a:xfrm>
            <a:off x="3380485" y="6335373"/>
            <a:ext cx="11527031" cy="3342133"/>
            <a:chOff x="3380485" y="2971849"/>
            <a:chExt cx="11527031" cy="3342133"/>
          </a:xfrm>
        </p:grpSpPr>
        <p:sp>
          <p:nvSpPr>
            <p:cNvPr id="15" name="TextBox 12">
              <a:extLst>
                <a:ext uri="{FF2B5EF4-FFF2-40B4-BE49-F238E27FC236}">
                  <a16:creationId xmlns:a16="http://schemas.microsoft.com/office/drawing/2014/main" id="{E8743341-BB6C-D361-CDE3-C00DA4C31748}"/>
                </a:ext>
              </a:extLst>
            </p:cNvPr>
            <p:cNvSpPr txBox="1"/>
            <p:nvPr/>
          </p:nvSpPr>
          <p:spPr>
            <a:xfrm>
              <a:off x="3380485" y="3395050"/>
              <a:ext cx="11527031" cy="2918932"/>
            </a:xfrm>
            <a:prstGeom prst="rect">
              <a:avLst/>
            </a:prstGeom>
            <a:ln>
              <a:solidFill>
                <a:srgbClr val="E93CB0"/>
              </a:solidFill>
            </a:ln>
          </p:spPr>
          <p:txBody>
            <a:bodyPr lIns="50800" tIns="50800" rIns="50800" bIns="50800" rtlCol="0" anchor="ctr"/>
            <a:lstStyle/>
            <a:p>
              <a:pPr lvl="1"/>
              <a:r>
                <a:rPr lang="en-US" sz="3200" dirty="0">
                  <a:solidFill>
                    <a:schemeClr val="bg1"/>
                  </a:solidFill>
                </a:rPr>
                <a:t>We used 3 models and the results of them are :</a:t>
              </a:r>
            </a:p>
            <a:p>
              <a:pPr marL="1371600" lvl="2" indent="-457200">
                <a:buFont typeface="Arial" panose="020B0604020202020204" pitchFamily="34" charset="0"/>
                <a:buChar char="•"/>
              </a:pPr>
              <a:r>
                <a:rPr lang="en-US" sz="2400" dirty="0">
                  <a:solidFill>
                    <a:schemeClr val="bg1"/>
                  </a:solidFill>
                </a:rPr>
                <a:t>LogisticRegression said attacked</a:t>
              </a:r>
            </a:p>
            <a:p>
              <a:pPr marL="1371600" lvl="2" indent="-457200">
                <a:buFont typeface="Arial" panose="020B0604020202020204" pitchFamily="34" charset="0"/>
                <a:buChar char="•"/>
              </a:pPr>
              <a:r>
                <a:rPr lang="en-US" sz="2400" dirty="0" err="1">
                  <a:solidFill>
                    <a:schemeClr val="bg1"/>
                  </a:solidFill>
                </a:rPr>
                <a:t>RandomForest</a:t>
              </a:r>
              <a:r>
                <a:rPr lang="en-US" sz="2400" dirty="0">
                  <a:solidFill>
                    <a:schemeClr val="bg1"/>
                  </a:solidFill>
                </a:rPr>
                <a:t> said attacked</a:t>
              </a:r>
            </a:p>
            <a:p>
              <a:pPr marL="1371600" lvl="2" indent="-457200">
                <a:buFont typeface="Arial" panose="020B0604020202020204" pitchFamily="34" charset="0"/>
                <a:buChar char="•"/>
              </a:pPr>
              <a:r>
                <a:rPr lang="en-US" sz="2400" dirty="0" err="1">
                  <a:solidFill>
                    <a:schemeClr val="bg1"/>
                  </a:solidFill>
                </a:rPr>
                <a:t>DecisionTree</a:t>
              </a:r>
              <a:r>
                <a:rPr lang="en-US" sz="2400" dirty="0">
                  <a:solidFill>
                    <a:schemeClr val="bg1"/>
                  </a:solidFill>
                </a:rPr>
                <a:t> said not </a:t>
              </a:r>
              <a:r>
                <a:rPr lang="en-US" sz="2400" dirty="0" err="1">
                  <a:solidFill>
                    <a:schemeClr val="bg1"/>
                  </a:solidFill>
                </a:rPr>
                <a:t>attaked</a:t>
              </a:r>
              <a:r>
                <a:rPr lang="en-US" sz="2400" dirty="0">
                  <a:solidFill>
                    <a:schemeClr val="bg1"/>
                  </a:solidFill>
                </a:rPr>
                <a:t>  </a:t>
              </a:r>
            </a:p>
            <a:p>
              <a:pPr lvl="1"/>
              <a:r>
                <a:rPr lang="en-US" sz="3200" dirty="0">
                  <a:solidFill>
                    <a:schemeClr val="bg1"/>
                  </a:solidFill>
                </a:rPr>
                <a:t>the majority is attacked , so that the model will predict attacked .</a:t>
              </a:r>
            </a:p>
          </p:txBody>
        </p:sp>
        <p:sp>
          <p:nvSpPr>
            <p:cNvPr id="17" name="TextBox 12">
              <a:extLst>
                <a:ext uri="{FF2B5EF4-FFF2-40B4-BE49-F238E27FC236}">
                  <a16:creationId xmlns:a16="http://schemas.microsoft.com/office/drawing/2014/main" id="{E687574F-FE63-2532-C1F0-D4CB35A6C776}"/>
                </a:ext>
              </a:extLst>
            </p:cNvPr>
            <p:cNvSpPr txBox="1"/>
            <p:nvPr/>
          </p:nvSpPr>
          <p:spPr>
            <a:xfrm>
              <a:off x="3380485" y="2971849"/>
              <a:ext cx="16487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EX : -</a:t>
              </a:r>
              <a:endParaRPr sz="3200" dirty="0">
                <a:solidFill>
                  <a:schemeClr val="bg1"/>
                </a:solidFill>
              </a:endParaRPr>
            </a:p>
          </p:txBody>
        </p:sp>
      </p:grpSp>
    </p:spTree>
    <p:extLst>
      <p:ext uri="{BB962C8B-B14F-4D97-AF65-F5344CB8AC3E}">
        <p14:creationId xmlns:p14="http://schemas.microsoft.com/office/powerpoint/2010/main" val="2145611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0-#ppt_w/2"/>
                                          </p:val>
                                        </p:tav>
                                        <p:tav tm="100000">
                                          <p:val>
                                            <p:strVal val="#ppt_x"/>
                                          </p:val>
                                        </p:tav>
                                      </p:tavLst>
                                    </p:anim>
                                    <p:anim calcmode="lin" valueType="num">
                                      <p:cBhvr additive="base">
                                        <p:cTn id="15"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EA70E-C516-2994-5363-E3306819629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CAC9F50-0B5A-3F25-1C2B-A37E724EB371}"/>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565CDD8E-9707-7B0A-8F19-4CA59F957CDE}"/>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3A7BFECA-9C6E-5924-D692-6D0D7237C3FD}"/>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C709DAD7-0FC2-7543-1756-7722C52505AD}"/>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30A3ABDF-7E4E-39D2-525C-A5DF6B3F355E}"/>
              </a:ext>
            </a:extLst>
          </p:cNvPr>
          <p:cNvSpPr/>
          <p:nvPr/>
        </p:nvSpPr>
        <p:spPr>
          <a:xfrm>
            <a:off x="15578766" y="3437441"/>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DA56A8BA-6719-068A-CB44-E6B7EAAC45DA}"/>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0D4CEA94-7D97-9150-B565-B9D7BB5697F7}"/>
              </a:ext>
            </a:extLst>
          </p:cNvPr>
          <p:cNvSpPr>
            <a:spLocks noGrp="1" noRot="1" noMove="1" noResize="1" noEditPoints="1" noAdjustHandles="1" noChangeArrowheads="1" noChangeShapeType="1"/>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340F6209-22D6-7336-199C-EBD01410F010}"/>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36DFBA4C-30AE-6D72-18D7-961EB8F9D338}"/>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19211B0E-765D-797B-6C7A-EE60D50F7D6E}"/>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3F56132A-17E3-B02E-1401-466BEFC65790}"/>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DCBAC4F5-907C-A87A-2F32-89BC2183EB33}"/>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EA640369-D16A-B035-2C05-841AE204FD62}"/>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A35E9D35-CD95-2E5E-EB52-7C424BEBA99F}"/>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MODEL EVALUATION</a:t>
            </a:r>
          </a:p>
        </p:txBody>
      </p:sp>
      <p:grpSp>
        <p:nvGrpSpPr>
          <p:cNvPr id="43" name="Group 43">
            <a:extLst>
              <a:ext uri="{FF2B5EF4-FFF2-40B4-BE49-F238E27FC236}">
                <a16:creationId xmlns:a16="http://schemas.microsoft.com/office/drawing/2014/main" id="{87B9A2A6-7C24-4753-8621-73A512135F5F}"/>
              </a:ext>
            </a:extLst>
          </p:cNvPr>
          <p:cNvGrpSpPr>
            <a:grpSpLocks/>
          </p:cNvGrpSpPr>
          <p:nvPr/>
        </p:nvGrpSpPr>
        <p:grpSpPr>
          <a:xfrm>
            <a:off x="17502860" y="3155785"/>
            <a:ext cx="1570279" cy="1570279"/>
            <a:chOff x="0" y="0"/>
            <a:chExt cx="812800" cy="812800"/>
          </a:xfrm>
        </p:grpSpPr>
        <p:sp>
          <p:nvSpPr>
            <p:cNvPr id="44" name="Freeform 44">
              <a:extLst>
                <a:ext uri="{FF2B5EF4-FFF2-40B4-BE49-F238E27FC236}">
                  <a16:creationId xmlns:a16="http://schemas.microsoft.com/office/drawing/2014/main" id="{25E627B8-BE18-D688-A75E-0AC6EF5BB5F7}"/>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C917C0A9-9781-08FD-8715-A43856F81F29}"/>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0" name="Group 9">
            <a:extLst>
              <a:ext uri="{FF2B5EF4-FFF2-40B4-BE49-F238E27FC236}">
                <a16:creationId xmlns:a16="http://schemas.microsoft.com/office/drawing/2014/main" id="{70DFF73A-5E14-9DB7-EB1C-A4B67E05C6EE}"/>
              </a:ext>
            </a:extLst>
          </p:cNvPr>
          <p:cNvGrpSpPr/>
          <p:nvPr/>
        </p:nvGrpSpPr>
        <p:grpSpPr>
          <a:xfrm>
            <a:off x="3380485" y="2857500"/>
            <a:ext cx="11527031" cy="2438401"/>
            <a:chOff x="3380485" y="2971849"/>
            <a:chExt cx="11527031" cy="2438401"/>
          </a:xfrm>
        </p:grpSpPr>
        <p:sp>
          <p:nvSpPr>
            <p:cNvPr id="12" name="TextBox 12">
              <a:extLst>
                <a:ext uri="{FF2B5EF4-FFF2-40B4-BE49-F238E27FC236}">
                  <a16:creationId xmlns:a16="http://schemas.microsoft.com/office/drawing/2014/main" id="{35CEE21E-7AB1-DEAB-A8F8-6A6E41530591}"/>
                </a:ext>
              </a:extLst>
            </p:cNvPr>
            <p:cNvSpPr txBox="1"/>
            <p:nvPr/>
          </p:nvSpPr>
          <p:spPr>
            <a:xfrm>
              <a:off x="3380485" y="3395050"/>
              <a:ext cx="11527031" cy="2015200"/>
            </a:xfrm>
            <a:prstGeom prst="rect">
              <a:avLst/>
            </a:prstGeom>
            <a:ln>
              <a:solidFill>
                <a:srgbClr val="E93CB0"/>
              </a:solidFill>
            </a:ln>
          </p:spPr>
          <p:txBody>
            <a:bodyPr lIns="50800" tIns="50800" rIns="50800" bIns="50800" rtlCol="0" anchor="ctr"/>
            <a:lstStyle/>
            <a:p>
              <a:pPr lvl="1"/>
              <a:r>
                <a:rPr lang="en-US" sz="3200" dirty="0">
                  <a:solidFill>
                    <a:schemeClr val="bg1"/>
                  </a:solidFill>
                </a:rPr>
                <a:t>In classification , we use a classification report and accuracy , f1-scrore , recall to evaluate the model in best way .</a:t>
              </a:r>
              <a:endParaRPr sz="3200" dirty="0">
                <a:solidFill>
                  <a:schemeClr val="bg1"/>
                </a:solidFill>
              </a:endParaRPr>
            </a:p>
          </p:txBody>
        </p:sp>
        <p:sp>
          <p:nvSpPr>
            <p:cNvPr id="18" name="TextBox 12">
              <a:extLst>
                <a:ext uri="{FF2B5EF4-FFF2-40B4-BE49-F238E27FC236}">
                  <a16:creationId xmlns:a16="http://schemas.microsoft.com/office/drawing/2014/main" id="{4AE4334F-1412-405E-E991-D6A66E586821}"/>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METHOD</a:t>
              </a:r>
              <a:endParaRPr sz="3200" dirty="0">
                <a:solidFill>
                  <a:schemeClr val="bg1"/>
                </a:solidFill>
              </a:endParaRPr>
            </a:p>
          </p:txBody>
        </p:sp>
      </p:grpSp>
      <p:grpSp>
        <p:nvGrpSpPr>
          <p:cNvPr id="11" name="Group 10">
            <a:extLst>
              <a:ext uri="{FF2B5EF4-FFF2-40B4-BE49-F238E27FC236}">
                <a16:creationId xmlns:a16="http://schemas.microsoft.com/office/drawing/2014/main" id="{EE2A07FF-C974-2D2B-8F73-284FEEE39443}"/>
              </a:ext>
            </a:extLst>
          </p:cNvPr>
          <p:cNvGrpSpPr/>
          <p:nvPr/>
        </p:nvGrpSpPr>
        <p:grpSpPr>
          <a:xfrm>
            <a:off x="3380485" y="5905500"/>
            <a:ext cx="11527031" cy="3772006"/>
            <a:chOff x="3380485" y="5905500"/>
            <a:chExt cx="11527031" cy="3772006"/>
          </a:xfrm>
        </p:grpSpPr>
        <p:sp>
          <p:nvSpPr>
            <p:cNvPr id="15" name="TextBox 12">
              <a:extLst>
                <a:ext uri="{FF2B5EF4-FFF2-40B4-BE49-F238E27FC236}">
                  <a16:creationId xmlns:a16="http://schemas.microsoft.com/office/drawing/2014/main" id="{CD2BED24-874C-405D-312F-D602B0B316AC}"/>
                </a:ext>
              </a:extLst>
            </p:cNvPr>
            <p:cNvSpPr txBox="1"/>
            <p:nvPr/>
          </p:nvSpPr>
          <p:spPr>
            <a:xfrm>
              <a:off x="3380485" y="6758574"/>
              <a:ext cx="11527031" cy="2918932"/>
            </a:xfrm>
            <a:prstGeom prst="rect">
              <a:avLst/>
            </a:prstGeom>
            <a:blipFill>
              <a:blip r:embed="rId6">
                <a:alphaModFix amt="61000"/>
              </a:blip>
              <a:stretch>
                <a:fillRect/>
              </a:stretch>
            </a:blipFill>
            <a:ln w="12700">
              <a:solidFill>
                <a:srgbClr val="E93CB0"/>
              </a:solidFill>
            </a:ln>
          </p:spPr>
          <p:txBody>
            <a:bodyPr lIns="50800" tIns="50800" rIns="50800" bIns="50800" rtlCol="0" anchor="ctr"/>
            <a:lstStyle/>
            <a:p>
              <a:pPr lvl="1"/>
              <a:endParaRPr lang="en-US" sz="3200" dirty="0">
                <a:solidFill>
                  <a:schemeClr val="bg1"/>
                </a:solidFill>
              </a:endParaRPr>
            </a:p>
          </p:txBody>
        </p:sp>
        <p:sp>
          <p:nvSpPr>
            <p:cNvPr id="17" name="TextBox 12">
              <a:extLst>
                <a:ext uri="{FF2B5EF4-FFF2-40B4-BE49-F238E27FC236}">
                  <a16:creationId xmlns:a16="http://schemas.microsoft.com/office/drawing/2014/main" id="{E7D18A34-50DC-CEAD-D05E-0F45F1D30868}"/>
                </a:ext>
              </a:extLst>
            </p:cNvPr>
            <p:cNvSpPr txBox="1"/>
            <p:nvPr/>
          </p:nvSpPr>
          <p:spPr>
            <a:xfrm>
              <a:off x="3380485" y="5905500"/>
              <a:ext cx="3553715" cy="793325"/>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OUR EVALUATION</a:t>
              </a:r>
              <a:endParaRPr sz="3200" dirty="0">
                <a:solidFill>
                  <a:schemeClr val="bg1"/>
                </a:solidFill>
              </a:endParaRPr>
            </a:p>
          </p:txBody>
        </p:sp>
      </p:grpSp>
    </p:spTree>
    <p:extLst>
      <p:ext uri="{BB962C8B-B14F-4D97-AF65-F5344CB8AC3E}">
        <p14:creationId xmlns:p14="http://schemas.microsoft.com/office/powerpoint/2010/main" val="531819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17BF0A18-98E7-4EEB-5E48-F48EB7763FC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847268-F870-7F81-C77E-AA97E7F909D3}"/>
              </a:ext>
            </a:extLst>
          </p:cNvPr>
          <p:cNvSpPr/>
          <p:nvPr/>
        </p:nvSpPr>
        <p:spPr>
          <a:xfrm>
            <a:off x="14173200" y="3268217"/>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a:extLst>
              <a:ext uri="{FF2B5EF4-FFF2-40B4-BE49-F238E27FC236}">
                <a16:creationId xmlns:a16="http://schemas.microsoft.com/office/drawing/2014/main" id="{20DFD2B2-3F63-8104-C366-BC94965F168A}"/>
              </a:ext>
            </a:extLst>
          </p:cNvPr>
          <p:cNvSpPr>
            <a:spLocks noGrp="1" noRot="1" noMove="1" noResize="1" noEditPoints="1" noAdjustHandles="1" noChangeArrowheads="1" noChangeShapeType="1"/>
          </p:cNvSpPr>
          <p:nvPr/>
        </p:nvSpPr>
        <p:spPr>
          <a:xfrm>
            <a:off x="-4236007" y="286462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0E6003B-B9CB-13C2-9589-A1F85A8C08D5}"/>
              </a:ext>
            </a:extLst>
          </p:cNvPr>
          <p:cNvSpPr>
            <a:spLocks/>
          </p:cNvSpPr>
          <p:nvPr/>
        </p:nvSpPr>
        <p:spPr>
          <a:xfrm>
            <a:off x="-3581400" y="-39243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61BEA0F8-F60B-6750-1A07-2396EF23CB11}"/>
              </a:ext>
            </a:extLst>
          </p:cNvPr>
          <p:cNvSpPr>
            <a:spLocks/>
          </p:cNvSpPr>
          <p:nvPr/>
        </p:nvSpPr>
        <p:spPr>
          <a:xfrm>
            <a:off x="14173200" y="658246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3" name="Group 43">
            <a:extLst>
              <a:ext uri="{FF2B5EF4-FFF2-40B4-BE49-F238E27FC236}">
                <a16:creationId xmlns:a16="http://schemas.microsoft.com/office/drawing/2014/main" id="{9C0812B5-4815-7584-BFA4-B9ACE46C5779}"/>
              </a:ext>
            </a:extLst>
          </p:cNvPr>
          <p:cNvGrpSpPr>
            <a:grpSpLocks/>
          </p:cNvGrpSpPr>
          <p:nvPr/>
        </p:nvGrpSpPr>
        <p:grpSpPr>
          <a:xfrm>
            <a:off x="17030700" y="8303166"/>
            <a:ext cx="1570279" cy="1570279"/>
            <a:chOff x="0" y="0"/>
            <a:chExt cx="812800" cy="812800"/>
          </a:xfrm>
        </p:grpSpPr>
        <p:sp>
          <p:nvSpPr>
            <p:cNvPr id="44" name="Freeform 44">
              <a:extLst>
                <a:ext uri="{FF2B5EF4-FFF2-40B4-BE49-F238E27FC236}">
                  <a16:creationId xmlns:a16="http://schemas.microsoft.com/office/drawing/2014/main" id="{AF2227D5-CEF5-3115-84DA-0EE3EC061B49}"/>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8C757EBE-1442-CE5B-3ECB-C35C159B29EC}"/>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11" name="Rectangle 10">
            <a:extLst>
              <a:ext uri="{FF2B5EF4-FFF2-40B4-BE49-F238E27FC236}">
                <a16:creationId xmlns:a16="http://schemas.microsoft.com/office/drawing/2014/main" id="{1943FC81-4ECB-E63A-A417-90C5B943B6D4}"/>
              </a:ext>
            </a:extLst>
          </p:cNvPr>
          <p:cNvSpPr/>
          <p:nvPr/>
        </p:nvSpPr>
        <p:spPr>
          <a:xfrm>
            <a:off x="0" y="7658100"/>
            <a:ext cx="9829800" cy="1676400"/>
          </a:xfrm>
          <a:prstGeom prst="rect">
            <a:avLst/>
          </a:prstGeom>
          <a:solidFill>
            <a:srgbClr val="001F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PUBLISHING THE MODEL</a:t>
            </a:r>
          </a:p>
        </p:txBody>
      </p:sp>
      <p:grpSp>
        <p:nvGrpSpPr>
          <p:cNvPr id="6" name="Group 43">
            <a:extLst>
              <a:ext uri="{FF2B5EF4-FFF2-40B4-BE49-F238E27FC236}">
                <a16:creationId xmlns:a16="http://schemas.microsoft.com/office/drawing/2014/main" id="{7142B5E3-C407-4291-9773-0C167D6FB89F}"/>
              </a:ext>
            </a:extLst>
          </p:cNvPr>
          <p:cNvGrpSpPr>
            <a:grpSpLocks/>
          </p:cNvGrpSpPr>
          <p:nvPr/>
        </p:nvGrpSpPr>
        <p:grpSpPr>
          <a:xfrm>
            <a:off x="-579251" y="3009900"/>
            <a:ext cx="1570279" cy="1570279"/>
            <a:chOff x="0" y="0"/>
            <a:chExt cx="812800" cy="812800"/>
          </a:xfrm>
        </p:grpSpPr>
        <p:sp>
          <p:nvSpPr>
            <p:cNvPr id="7" name="Freeform 44">
              <a:extLst>
                <a:ext uri="{FF2B5EF4-FFF2-40B4-BE49-F238E27FC236}">
                  <a16:creationId xmlns:a16="http://schemas.microsoft.com/office/drawing/2014/main" id="{EEDC1E2C-F328-E537-C293-DEE24CA485D5}"/>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8" name="TextBox 45">
              <a:extLst>
                <a:ext uri="{FF2B5EF4-FFF2-40B4-BE49-F238E27FC236}">
                  <a16:creationId xmlns:a16="http://schemas.microsoft.com/office/drawing/2014/main" id="{CB29DAD7-A89F-9C2C-6D91-00C5960A843C}"/>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Tree>
    <p:extLst>
      <p:ext uri="{BB962C8B-B14F-4D97-AF65-F5344CB8AC3E}">
        <p14:creationId xmlns:p14="http://schemas.microsoft.com/office/powerpoint/2010/main" val="681348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9980-EE62-D0D5-200B-8733CD5CD51D}"/>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1AFC998-49E8-556C-F757-7EBB77B9406E}"/>
              </a:ext>
            </a:extLst>
          </p:cNvPr>
          <p:cNvSpPr>
            <a:spLocks/>
          </p:cNvSpPr>
          <p:nvPr/>
        </p:nvSpPr>
        <p:spPr>
          <a:xfrm>
            <a:off x="-4191000" y="-605354"/>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a:extLst>
              <a:ext uri="{FF2B5EF4-FFF2-40B4-BE49-F238E27FC236}">
                <a16:creationId xmlns:a16="http://schemas.microsoft.com/office/drawing/2014/main" id="{ABDD42CD-8BAA-0D8A-3900-6AEF3136B0EF}"/>
              </a:ext>
            </a:extLst>
          </p:cNvPr>
          <p:cNvGrpSpPr>
            <a:grpSpLocks/>
          </p:cNvGrpSpPr>
          <p:nvPr/>
        </p:nvGrpSpPr>
        <p:grpSpPr>
          <a:xfrm>
            <a:off x="-586501" y="2963621"/>
            <a:ext cx="1570279" cy="1570279"/>
            <a:chOff x="0" y="0"/>
            <a:chExt cx="812800" cy="812800"/>
          </a:xfrm>
        </p:grpSpPr>
        <p:sp>
          <p:nvSpPr>
            <p:cNvPr id="41" name="Freeform 41">
              <a:extLst>
                <a:ext uri="{FF2B5EF4-FFF2-40B4-BE49-F238E27FC236}">
                  <a16:creationId xmlns:a16="http://schemas.microsoft.com/office/drawing/2014/main" id="{5644B9F2-9684-4907-EABA-F867E69A264E}"/>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2" name="TextBox 42">
              <a:extLst>
                <a:ext uri="{FF2B5EF4-FFF2-40B4-BE49-F238E27FC236}">
                  <a16:creationId xmlns:a16="http://schemas.microsoft.com/office/drawing/2014/main" id="{4F69310D-C0D1-4824-E1C6-A8738A69444F}"/>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sp>
        <p:nvSpPr>
          <p:cNvPr id="2" name="Freeform 2">
            <a:extLst>
              <a:ext uri="{FF2B5EF4-FFF2-40B4-BE49-F238E27FC236}">
                <a16:creationId xmlns:a16="http://schemas.microsoft.com/office/drawing/2014/main" id="{1B9033F1-1975-4E31-0750-CB5442240673}"/>
              </a:ext>
            </a:extLst>
          </p:cNvPr>
          <p:cNvSpPr/>
          <p:nvPr/>
        </p:nvSpPr>
        <p:spPr>
          <a:xfrm>
            <a:off x="15578766" y="1421476"/>
            <a:ext cx="6465224" cy="6465224"/>
          </a:xfrm>
          <a:custGeom>
            <a:avLst/>
            <a:gdLst/>
            <a:ahLst/>
            <a:cxnLst/>
            <a:rect l="l" t="t" r="r" b="b"/>
            <a:pathLst>
              <a:path w="6465224" h="6465224">
                <a:moveTo>
                  <a:pt x="0" y="0"/>
                </a:moveTo>
                <a:lnTo>
                  <a:pt x="6465224" y="0"/>
                </a:lnTo>
                <a:lnTo>
                  <a:pt x="6465224" y="6465224"/>
                </a:lnTo>
                <a:lnTo>
                  <a:pt x="0" y="6465224"/>
                </a:lnTo>
                <a:lnTo>
                  <a:pt x="0" y="0"/>
                </a:lnTo>
                <a:close/>
              </a:path>
            </a:pathLst>
          </a:custGeom>
          <a:blipFill>
            <a:blip>
              <a:alphaModFix amt="6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4A2102A6-B847-DA0A-51CB-D6BFEB9E9647}"/>
              </a:ext>
            </a:extLst>
          </p:cNvPr>
          <p:cNvSpPr>
            <a:spLocks/>
          </p:cNvSpPr>
          <p:nvPr/>
        </p:nvSpPr>
        <p:spPr>
          <a:xfrm>
            <a:off x="-2743200" y="5295900"/>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408EBBCF-A7FD-0EEF-3F86-69F3A213DFB3}"/>
              </a:ext>
            </a:extLst>
          </p:cNvPr>
          <p:cNvSpPr>
            <a:spLocks/>
          </p:cNvSpPr>
          <p:nvPr/>
        </p:nvSpPr>
        <p:spPr>
          <a:xfrm>
            <a:off x="15578766" y="5394595"/>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a:extLst>
              <a:ext uri="{FF2B5EF4-FFF2-40B4-BE49-F238E27FC236}">
                <a16:creationId xmlns:a16="http://schemas.microsoft.com/office/drawing/2014/main" id="{470C90C2-3979-9431-8A6F-D7ACE66D24B2}"/>
              </a:ext>
            </a:extLst>
          </p:cNvPr>
          <p:cNvGrpSpPr>
            <a:grpSpLocks noGrp="1" noUngrp="1" noRot="1" noMove="1" noResize="1"/>
          </p:cNvGrpSpPr>
          <p:nvPr/>
        </p:nvGrpSpPr>
        <p:grpSpPr>
          <a:xfrm>
            <a:off x="741592" y="609495"/>
            <a:ext cx="16804816" cy="838409"/>
            <a:chOff x="0" y="0"/>
            <a:chExt cx="8145755" cy="406400"/>
          </a:xfrm>
        </p:grpSpPr>
        <p:sp>
          <p:nvSpPr>
            <p:cNvPr id="7" name="Freeform 7">
              <a:extLst>
                <a:ext uri="{FF2B5EF4-FFF2-40B4-BE49-F238E27FC236}">
                  <a16:creationId xmlns:a16="http://schemas.microsoft.com/office/drawing/2014/main" id="{3AFFD55C-5C30-EE20-0811-8DF0208A9B47}"/>
                </a:ext>
              </a:extLst>
            </p:cNvPr>
            <p:cNvSpPr>
              <a:spLocks noGrp="1" noRot="1" noMove="1" noResize="1" noEditPoints="1" noAdjustHandles="1" noChangeArrowheads="1" noChangeShapeType="1"/>
            </p:cNvSpPr>
            <p:nvPr/>
          </p:nvSpPr>
          <p:spPr>
            <a:xfrm>
              <a:off x="0" y="0"/>
              <a:ext cx="8145755" cy="406400"/>
            </a:xfrm>
            <a:custGeom>
              <a:avLst/>
              <a:gdLst/>
              <a:ahLst/>
              <a:cxnLst/>
              <a:rect l="l" t="t" r="r" b="b"/>
              <a:pathLst>
                <a:path w="8145755" h="406400">
                  <a:moveTo>
                    <a:pt x="7942555" y="0"/>
                  </a:moveTo>
                  <a:cubicBezTo>
                    <a:pt x="8054779" y="0"/>
                    <a:pt x="8145755" y="90976"/>
                    <a:pt x="8145755" y="203200"/>
                  </a:cubicBezTo>
                  <a:cubicBezTo>
                    <a:pt x="8145755" y="315424"/>
                    <a:pt x="8054779" y="406400"/>
                    <a:pt x="7942555" y="406400"/>
                  </a:cubicBezTo>
                  <a:lnTo>
                    <a:pt x="203200" y="406400"/>
                  </a:lnTo>
                  <a:cubicBezTo>
                    <a:pt x="90976" y="406400"/>
                    <a:pt x="0" y="315424"/>
                    <a:pt x="0" y="203200"/>
                  </a:cubicBezTo>
                  <a:cubicBezTo>
                    <a:pt x="0" y="90976"/>
                    <a:pt x="90976" y="0"/>
                    <a:pt x="203200" y="0"/>
                  </a:cubicBezTo>
                  <a:close/>
                </a:path>
              </a:pathLst>
            </a:custGeom>
            <a:solidFill>
              <a:srgbClr val="020F1E"/>
            </a:solidFill>
          </p:spPr>
          <p:txBody>
            <a:bodyPr/>
            <a:lstStyle/>
            <a:p>
              <a:endParaRPr lang="en-US" dirty="0"/>
            </a:p>
          </p:txBody>
        </p:sp>
        <p:sp>
          <p:nvSpPr>
            <p:cNvPr id="8" name="TextBox 8">
              <a:extLst>
                <a:ext uri="{FF2B5EF4-FFF2-40B4-BE49-F238E27FC236}">
                  <a16:creationId xmlns:a16="http://schemas.microsoft.com/office/drawing/2014/main" id="{1B3A770C-2A89-5C9B-317E-FDF783E5D9A7}"/>
                </a:ext>
              </a:extLst>
            </p:cNvPr>
            <p:cNvSpPr txBox="1">
              <a:spLocks noGrp="1" noRot="1" noMove="1" noResize="1" noEditPoints="1" noAdjustHandles="1" noChangeArrowheads="1" noChangeShapeType="1"/>
            </p:cNvSpPr>
            <p:nvPr/>
          </p:nvSpPr>
          <p:spPr>
            <a:xfrm>
              <a:off x="0" y="57150"/>
              <a:ext cx="8145755" cy="349250"/>
            </a:xfrm>
            <a:prstGeom prst="rect">
              <a:avLst/>
            </a:prstGeom>
          </p:spPr>
          <p:txBody>
            <a:bodyPr lIns="50800" tIns="50800" rIns="50800" bIns="50800" rtlCol="0" anchor="ctr"/>
            <a:lstStyle/>
            <a:p>
              <a:pPr algn="ctr">
                <a:lnSpc>
                  <a:spcPts val="1660"/>
                </a:lnSpc>
              </a:pPr>
              <a:endParaRPr/>
            </a:p>
          </p:txBody>
        </p:sp>
      </p:grpSp>
      <p:sp>
        <p:nvSpPr>
          <p:cNvPr id="26" name="TextBox 26">
            <a:extLst>
              <a:ext uri="{FF2B5EF4-FFF2-40B4-BE49-F238E27FC236}">
                <a16:creationId xmlns:a16="http://schemas.microsoft.com/office/drawing/2014/main" id="{2D2D0CF6-FCEA-B722-6760-DAFC2C2EB8C4}"/>
              </a:ext>
            </a:extLst>
          </p:cNvPr>
          <p:cNvSpPr txBox="1"/>
          <p:nvPr/>
        </p:nvSpPr>
        <p:spPr>
          <a:xfrm>
            <a:off x="12180966" y="934085"/>
            <a:ext cx="1172633" cy="246380"/>
          </a:xfrm>
          <a:prstGeom prst="rect">
            <a:avLst/>
          </a:prstGeom>
        </p:spPr>
        <p:txBody>
          <a:bodyPr lIns="0" tIns="0" rIns="0" bIns="0" rtlCol="0" anchor="t">
            <a:spAutoFit/>
          </a:bodyPr>
          <a:lstStyle/>
          <a:p>
            <a:pPr marL="0" lvl="0" indent="0" algn="ctr">
              <a:lnSpc>
                <a:spcPts val="1660"/>
              </a:lnSpc>
            </a:pPr>
            <a:r>
              <a:rPr lang="en-US" sz="2000" b="1" dirty="0">
                <a:solidFill>
                  <a:srgbClr val="CB43D6"/>
                </a:solidFill>
                <a:latin typeface="TT Chocolates Bold"/>
                <a:ea typeface="TT Chocolates Bold"/>
                <a:cs typeface="TT Chocolates Bold"/>
                <a:sym typeface="TT Chocolates Bold"/>
              </a:rPr>
              <a:t>HOME</a:t>
            </a:r>
          </a:p>
        </p:txBody>
      </p:sp>
      <p:sp>
        <p:nvSpPr>
          <p:cNvPr id="27" name="TextBox 27">
            <a:extLst>
              <a:ext uri="{FF2B5EF4-FFF2-40B4-BE49-F238E27FC236}">
                <a16:creationId xmlns:a16="http://schemas.microsoft.com/office/drawing/2014/main" id="{9C635FC9-98D9-4304-3991-2672C72BD58D}"/>
              </a:ext>
            </a:extLst>
          </p:cNvPr>
          <p:cNvSpPr txBox="1"/>
          <p:nvPr/>
        </p:nvSpPr>
        <p:spPr>
          <a:xfrm>
            <a:off x="14132983"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ABOUT</a:t>
            </a:r>
          </a:p>
        </p:txBody>
      </p:sp>
      <p:sp>
        <p:nvSpPr>
          <p:cNvPr id="28" name="TextBox 28">
            <a:extLst>
              <a:ext uri="{FF2B5EF4-FFF2-40B4-BE49-F238E27FC236}">
                <a16:creationId xmlns:a16="http://schemas.microsoft.com/office/drawing/2014/main" id="{3BCEED19-03F9-5FC4-5B9E-9E68D2786336}"/>
              </a:ext>
            </a:extLst>
          </p:cNvPr>
          <p:cNvSpPr txBox="1"/>
          <p:nvPr/>
        </p:nvSpPr>
        <p:spPr>
          <a:xfrm>
            <a:off x="16086667" y="934085"/>
            <a:ext cx="1172633" cy="246380"/>
          </a:xfrm>
          <a:prstGeom prst="rect">
            <a:avLst/>
          </a:prstGeom>
        </p:spPr>
        <p:txBody>
          <a:bodyPr lIns="0" tIns="0" rIns="0" bIns="0" rtlCol="0" anchor="t">
            <a:spAutoFit/>
          </a:bodyPr>
          <a:lstStyle/>
          <a:p>
            <a:pPr marL="0" lvl="0" indent="0" algn="ctr">
              <a:lnSpc>
                <a:spcPts val="1660"/>
              </a:lnSpc>
            </a:pPr>
            <a:r>
              <a:rPr lang="en-US" sz="2000">
                <a:solidFill>
                  <a:srgbClr val="FFFBF7"/>
                </a:solidFill>
                <a:latin typeface="TT Chocolates"/>
                <a:ea typeface="TT Chocolates"/>
                <a:cs typeface="TT Chocolates"/>
                <a:sym typeface="TT Chocolates"/>
              </a:rPr>
              <a:t>MORE</a:t>
            </a:r>
          </a:p>
        </p:txBody>
      </p:sp>
      <p:sp>
        <p:nvSpPr>
          <p:cNvPr id="29" name="TextBox 29">
            <a:extLst>
              <a:ext uri="{FF2B5EF4-FFF2-40B4-BE49-F238E27FC236}">
                <a16:creationId xmlns:a16="http://schemas.microsoft.com/office/drawing/2014/main" id="{A31177E1-FDDA-B60C-85A2-F79B11EA70F7}"/>
              </a:ext>
            </a:extLst>
          </p:cNvPr>
          <p:cNvSpPr txBox="1"/>
          <p:nvPr/>
        </p:nvSpPr>
        <p:spPr>
          <a:xfrm>
            <a:off x="1665240" y="934086"/>
            <a:ext cx="3897359" cy="246379"/>
          </a:xfrm>
          <a:prstGeom prst="rect">
            <a:avLst/>
          </a:prstGeom>
        </p:spPr>
        <p:txBody>
          <a:bodyPr wrap="square" lIns="0" tIns="0" rIns="0" bIns="0" rtlCol="0" anchor="t">
            <a:spAutoFit/>
          </a:bodyPr>
          <a:lstStyle/>
          <a:p>
            <a:pPr lvl="0">
              <a:lnSpc>
                <a:spcPts val="1660"/>
              </a:lnSpc>
            </a:pPr>
            <a:r>
              <a:rPr lang="en-US" sz="2000" b="1" spc="-40" dirty="0">
                <a:solidFill>
                  <a:srgbClr val="E93CB0"/>
                </a:solidFill>
                <a:latin typeface="TT Chocolates Bold"/>
                <a:ea typeface="TT Chocolates Bold"/>
                <a:cs typeface="TT Chocolates Bold"/>
                <a:sym typeface="TT Chocolates Bold"/>
              </a:rPr>
              <a:t>PUBLISHING THE MODEL</a:t>
            </a:r>
          </a:p>
        </p:txBody>
      </p:sp>
      <p:grpSp>
        <p:nvGrpSpPr>
          <p:cNvPr id="43" name="Group 43">
            <a:extLst>
              <a:ext uri="{FF2B5EF4-FFF2-40B4-BE49-F238E27FC236}">
                <a16:creationId xmlns:a16="http://schemas.microsoft.com/office/drawing/2014/main" id="{42F9AB3A-0578-B2E6-9594-B4C44374ED32}"/>
              </a:ext>
            </a:extLst>
          </p:cNvPr>
          <p:cNvGrpSpPr>
            <a:grpSpLocks/>
          </p:cNvGrpSpPr>
          <p:nvPr/>
        </p:nvGrpSpPr>
        <p:grpSpPr>
          <a:xfrm>
            <a:off x="17502860" y="1139820"/>
            <a:ext cx="1570279" cy="1570279"/>
            <a:chOff x="0" y="0"/>
            <a:chExt cx="812800" cy="812800"/>
          </a:xfrm>
        </p:grpSpPr>
        <p:sp>
          <p:nvSpPr>
            <p:cNvPr id="44" name="Freeform 44">
              <a:extLst>
                <a:ext uri="{FF2B5EF4-FFF2-40B4-BE49-F238E27FC236}">
                  <a16:creationId xmlns:a16="http://schemas.microsoft.com/office/drawing/2014/main" id="{BC79A73E-5EDE-97DE-0608-C15CC80A4EE7}"/>
                </a:ext>
              </a:extLst>
            </p:cNvPr>
            <p:cNvSpPr>
              <a:spLocks/>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40D1">
                    <a:alpha val="100000"/>
                  </a:srgbClr>
                </a:gs>
                <a:gs pos="100000">
                  <a:srgbClr val="FC35A5">
                    <a:alpha val="100000"/>
                  </a:srgbClr>
                </a:gs>
              </a:gsLst>
              <a:lin ang="2700000"/>
            </a:gradFill>
          </p:spPr>
          <p:txBody>
            <a:bodyPr/>
            <a:lstStyle/>
            <a:p>
              <a:endParaRPr lang="en-US"/>
            </a:p>
          </p:txBody>
        </p:sp>
        <p:sp>
          <p:nvSpPr>
            <p:cNvPr id="45" name="TextBox 45">
              <a:extLst>
                <a:ext uri="{FF2B5EF4-FFF2-40B4-BE49-F238E27FC236}">
                  <a16:creationId xmlns:a16="http://schemas.microsoft.com/office/drawing/2014/main" id="{9C58EBC6-3B0B-D374-4896-B004BDDBE767}"/>
                </a:ext>
              </a:extLst>
            </p:cNvPr>
            <p:cNvSpPr txBox="1">
              <a:spLocks/>
            </p:cNvSpPr>
            <p:nvPr/>
          </p:nvSpPr>
          <p:spPr>
            <a:xfrm>
              <a:off x="76200" y="133350"/>
              <a:ext cx="660400" cy="603250"/>
            </a:xfrm>
            <a:prstGeom prst="rect">
              <a:avLst/>
            </a:prstGeom>
          </p:spPr>
          <p:txBody>
            <a:bodyPr lIns="50800" tIns="50800" rIns="50800" bIns="50800" rtlCol="0" anchor="ctr"/>
            <a:lstStyle/>
            <a:p>
              <a:pPr algn="ctr">
                <a:lnSpc>
                  <a:spcPts val="1660"/>
                </a:lnSpc>
              </a:pPr>
              <a:endParaRPr/>
            </a:p>
          </p:txBody>
        </p:sp>
      </p:grpSp>
      <p:grpSp>
        <p:nvGrpSpPr>
          <p:cNvPr id="10" name="Group 9">
            <a:extLst>
              <a:ext uri="{FF2B5EF4-FFF2-40B4-BE49-F238E27FC236}">
                <a16:creationId xmlns:a16="http://schemas.microsoft.com/office/drawing/2014/main" id="{E27484F9-2EBC-CE6D-EE18-8135DAB07C9C}"/>
              </a:ext>
            </a:extLst>
          </p:cNvPr>
          <p:cNvGrpSpPr/>
          <p:nvPr/>
        </p:nvGrpSpPr>
        <p:grpSpPr>
          <a:xfrm>
            <a:off x="3380485" y="7048499"/>
            <a:ext cx="11527031" cy="2133601"/>
            <a:chOff x="3380485" y="2971849"/>
            <a:chExt cx="11527031" cy="2133601"/>
          </a:xfrm>
        </p:grpSpPr>
        <p:sp>
          <p:nvSpPr>
            <p:cNvPr id="12" name="TextBox 12">
              <a:extLst>
                <a:ext uri="{FF2B5EF4-FFF2-40B4-BE49-F238E27FC236}">
                  <a16:creationId xmlns:a16="http://schemas.microsoft.com/office/drawing/2014/main" id="{C0901A13-7E85-B38B-9CF3-201D314BADBB}"/>
                </a:ext>
              </a:extLst>
            </p:cNvPr>
            <p:cNvSpPr txBox="1"/>
            <p:nvPr/>
          </p:nvSpPr>
          <p:spPr>
            <a:xfrm>
              <a:off x="3380485" y="3395049"/>
              <a:ext cx="11527031" cy="1710401"/>
            </a:xfrm>
            <a:prstGeom prst="rect">
              <a:avLst/>
            </a:prstGeom>
            <a:ln>
              <a:solidFill>
                <a:srgbClr val="E93CB0"/>
              </a:solidFill>
            </a:ln>
          </p:spPr>
          <p:txBody>
            <a:bodyPr lIns="50800" tIns="50800" rIns="50800" bIns="50800" rtlCol="0" anchor="ctr"/>
            <a:lstStyle/>
            <a:p>
              <a:pPr lvl="1"/>
              <a:r>
                <a:rPr lang="en-US" sz="3200" dirty="0">
                  <a:solidFill>
                    <a:schemeClr val="bg1"/>
                  </a:solidFill>
                </a:rPr>
                <a:t>We chose </a:t>
              </a:r>
              <a:r>
                <a:rPr lang="en-US" sz="3200" dirty="0" err="1">
                  <a:solidFill>
                    <a:schemeClr val="bg1"/>
                  </a:solidFill>
                </a:rPr>
                <a:t>FastAPI</a:t>
              </a:r>
              <a:r>
                <a:rPr lang="en-US" sz="3200" dirty="0">
                  <a:solidFill>
                    <a:schemeClr val="bg1"/>
                  </a:solidFill>
                </a:rPr>
                <a:t> for its versatility across web and mobile platforms</a:t>
              </a:r>
              <a:r>
                <a:rPr lang="ar-EG" sz="3200" dirty="0">
                  <a:solidFill>
                    <a:schemeClr val="bg1"/>
                  </a:solidFill>
                </a:rPr>
                <a:t> </a:t>
              </a:r>
              <a:r>
                <a:rPr lang="en-US" sz="3200" dirty="0">
                  <a:solidFill>
                    <a:schemeClr val="bg1"/>
                  </a:solidFill>
                </a:rPr>
                <a:t>.</a:t>
              </a:r>
              <a:endParaRPr sz="3200" dirty="0">
                <a:solidFill>
                  <a:schemeClr val="bg1"/>
                </a:solidFill>
              </a:endParaRPr>
            </a:p>
          </p:txBody>
        </p:sp>
        <p:sp>
          <p:nvSpPr>
            <p:cNvPr id="18" name="TextBox 12">
              <a:extLst>
                <a:ext uri="{FF2B5EF4-FFF2-40B4-BE49-F238E27FC236}">
                  <a16:creationId xmlns:a16="http://schemas.microsoft.com/office/drawing/2014/main" id="{8807D640-4D7B-4811-79E7-E9C582252063}"/>
                </a:ext>
              </a:extLst>
            </p:cNvPr>
            <p:cNvSpPr txBox="1"/>
            <p:nvPr/>
          </p:nvSpPr>
          <p:spPr>
            <a:xfrm>
              <a:off x="3380485" y="2971849"/>
              <a:ext cx="3020315" cy="720508"/>
            </a:xfrm>
            <a:prstGeom prst="rect">
              <a:avLst/>
            </a:prstGeom>
            <a:solidFill>
              <a:srgbClr val="001F4D"/>
            </a:solidFill>
            <a:ln>
              <a:solidFill>
                <a:srgbClr val="E93CB0"/>
              </a:solidFill>
            </a:ln>
          </p:spPr>
          <p:txBody>
            <a:bodyPr lIns="50800" tIns="50800" rIns="50800" bIns="50800" rtlCol="0" anchor="ctr"/>
            <a:lstStyle/>
            <a:p>
              <a:pPr algn="ctr"/>
              <a:r>
                <a:rPr lang="en-US" sz="3200" dirty="0">
                  <a:solidFill>
                    <a:schemeClr val="bg1"/>
                  </a:solidFill>
                </a:rPr>
                <a:t>OUR OPTION</a:t>
              </a:r>
              <a:endParaRPr sz="3200" dirty="0">
                <a:solidFill>
                  <a:schemeClr val="bg1"/>
                </a:solidFill>
              </a:endParaRPr>
            </a:p>
          </p:txBody>
        </p:sp>
      </p:grpSp>
      <p:graphicFrame>
        <p:nvGraphicFramePr>
          <p:cNvPr id="9" name="Diagram 8">
            <a:extLst>
              <a:ext uri="{FF2B5EF4-FFF2-40B4-BE49-F238E27FC236}">
                <a16:creationId xmlns:a16="http://schemas.microsoft.com/office/drawing/2014/main" id="{5CEE9998-B2A3-23BA-56B8-01508F8BA823}"/>
              </a:ext>
            </a:extLst>
          </p:cNvPr>
          <p:cNvGraphicFramePr/>
          <p:nvPr>
            <p:extLst>
              <p:ext uri="{D42A27DB-BD31-4B8C-83A1-F6EECF244321}">
                <p14:modId xmlns:p14="http://schemas.microsoft.com/office/powerpoint/2010/main" val="3052444576"/>
              </p:ext>
            </p:extLst>
          </p:nvPr>
        </p:nvGraphicFramePr>
        <p:xfrm>
          <a:off x="3048000" y="2027119"/>
          <a:ext cx="12192000" cy="50546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744229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0-#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F4C730-6D0C-DFB6-D393-EA02CB9DF7F1}"/>
              </a:ext>
            </a:extLst>
          </p:cNvPr>
          <p:cNvSpPr/>
          <p:nvPr/>
        </p:nvSpPr>
        <p:spPr>
          <a:xfrm>
            <a:off x="0" y="7810500"/>
            <a:ext cx="18288000" cy="1676400"/>
          </a:xfrm>
          <a:prstGeom prst="rect">
            <a:avLst/>
          </a:prstGeom>
          <a:solidFill>
            <a:srgbClr val="001F4D">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ts val="6640"/>
              </a:lnSpc>
            </a:pPr>
            <a:r>
              <a:rPr lang="en-US" sz="6600" b="1" dirty="0">
                <a:solidFill>
                  <a:srgbClr val="E93CB0"/>
                </a:solidFill>
                <a:latin typeface="TT Chocolates Bold"/>
                <a:ea typeface="TT Chocolates Bold"/>
                <a:cs typeface="TT Chocolates Bold"/>
                <a:sym typeface="TT Chocolates Bold"/>
              </a:rPr>
              <a:t>THANK YOU</a:t>
            </a:r>
          </a:p>
        </p:txBody>
      </p:sp>
      <p:sp>
        <p:nvSpPr>
          <p:cNvPr id="5" name="Freeform 4">
            <a:extLst>
              <a:ext uri="{FF2B5EF4-FFF2-40B4-BE49-F238E27FC236}">
                <a16:creationId xmlns:a16="http://schemas.microsoft.com/office/drawing/2014/main" id="{04A478F1-FD3A-1739-4B78-AC402AA7699D}"/>
              </a:ext>
            </a:extLst>
          </p:cNvPr>
          <p:cNvSpPr>
            <a:spLocks/>
          </p:cNvSpPr>
          <p:nvPr/>
        </p:nvSpPr>
        <p:spPr>
          <a:xfrm rot="6931011">
            <a:off x="-2207273" y="6874104"/>
            <a:ext cx="5973819" cy="5800035"/>
          </a:xfrm>
          <a:custGeom>
            <a:avLst/>
            <a:gdLst/>
            <a:ahLst/>
            <a:cxnLst/>
            <a:rect l="l" t="t" r="r" b="b"/>
            <a:pathLst>
              <a:path w="5973819" h="5800035">
                <a:moveTo>
                  <a:pt x="0" y="0"/>
                </a:moveTo>
                <a:lnTo>
                  <a:pt x="5973818" y="0"/>
                </a:lnTo>
                <a:lnTo>
                  <a:pt x="5973818" y="5800035"/>
                </a:lnTo>
                <a:lnTo>
                  <a:pt x="0" y="5800035"/>
                </a:lnTo>
                <a:lnTo>
                  <a:pt x="0" y="0"/>
                </a:lnTo>
                <a:close/>
              </a:path>
            </a:pathLst>
          </a:custGeom>
          <a:blipFill dpi="0" rotWithShape="1">
            <a:blip>
              <a:extLst>
                <a:ext uri="{96DAC541-7B7A-43D3-8B79-37D633B846F1}">
                  <asvg:svgBlip xmlns:asvg="http://schemas.microsoft.com/office/drawing/2016/SVG/main" r:embed="rId3"/>
                </a:ext>
              </a:extLst>
            </a:blip>
            <a:srcRect/>
            <a:stretch>
              <a:fillRect/>
            </a:stretch>
          </a:blipFill>
          <a:ln>
            <a:noFill/>
          </a:ln>
        </p:spPr>
        <p:txBody>
          <a:bodyPr/>
          <a:lstStyle/>
          <a:p>
            <a:endParaRPr lang="en-US"/>
          </a:p>
        </p:txBody>
      </p:sp>
      <p:sp>
        <p:nvSpPr>
          <p:cNvPr id="7" name="Freeform 5">
            <a:extLst>
              <a:ext uri="{FF2B5EF4-FFF2-40B4-BE49-F238E27FC236}">
                <a16:creationId xmlns:a16="http://schemas.microsoft.com/office/drawing/2014/main" id="{AA5F8228-36DA-65B1-7353-749263FB2DFC}"/>
              </a:ext>
            </a:extLst>
          </p:cNvPr>
          <p:cNvSpPr>
            <a:spLocks/>
          </p:cNvSpPr>
          <p:nvPr/>
        </p:nvSpPr>
        <p:spPr>
          <a:xfrm>
            <a:off x="15578766" y="-800100"/>
            <a:ext cx="5973819" cy="5800035"/>
          </a:xfrm>
          <a:custGeom>
            <a:avLst/>
            <a:gdLst/>
            <a:ahLst/>
            <a:cxnLst/>
            <a:rect l="l" t="t" r="r" b="b"/>
            <a:pathLst>
              <a:path w="5973819" h="5800035">
                <a:moveTo>
                  <a:pt x="0" y="0"/>
                </a:moveTo>
                <a:lnTo>
                  <a:pt x="5973819" y="0"/>
                </a:lnTo>
                <a:lnTo>
                  <a:pt x="5973819" y="5800035"/>
                </a:lnTo>
                <a:lnTo>
                  <a:pt x="0" y="5800035"/>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n-US" dirty="0"/>
          </a:p>
        </p:txBody>
      </p:sp>
    </p:spTree>
    <p:extLst>
      <p:ext uri="{BB962C8B-B14F-4D97-AF65-F5344CB8AC3E}">
        <p14:creationId xmlns:p14="http://schemas.microsoft.com/office/powerpoint/2010/main" val="2693916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1011</TotalTime>
  <Words>766</Words>
  <Application>Microsoft Office PowerPoint</Application>
  <PresentationFormat>Custom</PresentationFormat>
  <Paragraphs>212</Paragraphs>
  <Slides>27</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TT Chocolates Bold</vt:lpstr>
      <vt:lpstr>TT Chocolates</vt:lpstr>
      <vt:lpstr>Calibri</vt:lpstr>
      <vt:lpstr>Arial</vt:lpstr>
      <vt:lpstr>Wingdings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Pink Gradient Modern 3D Illustrative Tech Circle Geometric Lines Cyber Security Presentation</dc:title>
  <dc:creator>mohammad prince</dc:creator>
  <cp:lastModifiedBy>mohammad prince</cp:lastModifiedBy>
  <cp:revision>40</cp:revision>
  <dcterms:created xsi:type="dcterms:W3CDTF">2006-08-16T00:00:00Z</dcterms:created>
  <dcterms:modified xsi:type="dcterms:W3CDTF">2026-09-09T19:42:15Z</dcterms:modified>
  <dc:identifier>DAHUcsRQoL0</dc:identifier>
</cp:coreProperties>
</file>